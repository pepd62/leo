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10287000" cx="18288000"/>
  <p:notesSz cx="6858000" cy="9144000"/>
  <p:embeddedFontLst>
    <p:embeddedFont>
      <p:font typeface="Poppi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i/nnN4SrXf4tuRS4ENCSObTFvi0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74C2B8D-D595-43CA-8646-08BB0B78CE28}">
  <a:tblStyle styleId="{574C2B8D-D595-43CA-8646-08BB0B78CE2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oppins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oppins-italic.fntdata"/><Relationship Id="rId6" Type="http://schemas.openxmlformats.org/officeDocument/2006/relationships/slide" Target="slides/slide1.xml"/><Relationship Id="rId18" Type="http://schemas.openxmlformats.org/officeDocument/2006/relationships/font" Target="fonts/Poppi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3864a3b97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b3864a3b97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2286000" y="1683545"/>
            <a:ext cx="137160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Calibri"/>
              <a:buNone/>
              <a:defRPr sz="9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2286000" y="5403057"/>
            <a:ext cx="13716000" cy="24836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1pPr>
            <a:lvl2pPr lvl="1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2pPr>
            <a:lvl3pPr lvl="2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/>
            </a:lvl3pPr>
            <a:lvl4pPr lvl="3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lvl="4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lvl="5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lvl="6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lvl="7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lvl="8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1247775" y="2564608"/>
            <a:ext cx="15773400" cy="427910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Calibri"/>
              <a:buNone/>
              <a:defRPr sz="9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1247775" y="6884195"/>
            <a:ext cx="157734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 sz="36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 sz="3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 sz="27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1257300" y="2738438"/>
            <a:ext cx="7772400" cy="65270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9258300" y="2738438"/>
            <a:ext cx="7772400" cy="65270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1259682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1259683" y="2521745"/>
            <a:ext cx="7736681" cy="12358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/>
            </a:lvl1pPr>
            <a:lvl2pPr indent="-228600" lvl="1" marL="914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/>
            </a:lvl2pPr>
            <a:lvl3pPr indent="-228600" lvl="2" marL="1371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2700"/>
            </a:lvl3pPr>
            <a:lvl4pPr indent="-228600" lvl="3" marL="1828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4pPr>
            <a:lvl5pPr indent="-228600" lvl="4" marL="2286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5pPr>
            <a:lvl6pPr indent="-228600" lvl="5" marL="2743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6pPr>
            <a:lvl7pPr indent="-228600" lvl="6" marL="3200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7pPr>
            <a:lvl8pPr indent="-228600" lvl="7" marL="3657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8pPr>
            <a:lvl9pPr indent="-228600" lvl="8" marL="4114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1259683" y="3757613"/>
            <a:ext cx="7736681" cy="5526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9258300" y="2521745"/>
            <a:ext cx="7774782" cy="12358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/>
            </a:lvl1pPr>
            <a:lvl2pPr indent="-228600" lvl="1" marL="914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/>
            </a:lvl2pPr>
            <a:lvl3pPr indent="-228600" lvl="2" marL="1371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2700"/>
            </a:lvl3pPr>
            <a:lvl4pPr indent="-228600" lvl="3" marL="1828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4pPr>
            <a:lvl5pPr indent="-228600" lvl="4" marL="2286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5pPr>
            <a:lvl6pPr indent="-228600" lvl="5" marL="2743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6pPr>
            <a:lvl7pPr indent="-228600" lvl="6" marL="3200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7pPr>
            <a:lvl8pPr indent="-228600" lvl="7" marL="3657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8pPr>
            <a:lvl9pPr indent="-228600" lvl="8" marL="4114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9258300" y="3757613"/>
            <a:ext cx="7774782" cy="5526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idx="10" type="dt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1" type="ftr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8"/>
          <p:cNvSpPr txBox="1"/>
          <p:nvPr>
            <p:ph idx="12" type="sldNum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 txBox="1"/>
          <p:nvPr>
            <p:ph type="title"/>
          </p:nvPr>
        </p:nvSpPr>
        <p:spPr>
          <a:xfrm>
            <a:off x="1259683" y="685800"/>
            <a:ext cx="5898356" cy="24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" type="body"/>
          </p:nvPr>
        </p:nvSpPr>
        <p:spPr>
          <a:xfrm>
            <a:off x="7774782" y="1481138"/>
            <a:ext cx="9258300" cy="731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334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 sz="4800"/>
            </a:lvl1pPr>
            <a:lvl2pPr indent="-495300" lvl="1" marL="914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4200"/>
              <a:buChar char="•"/>
              <a:defRPr sz="4200"/>
            </a:lvl2pPr>
            <a:lvl3pPr indent="-457200" lvl="2" marL="1371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3pPr>
            <a:lvl4pPr indent="-419100" lvl="3" marL="1828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4pPr>
            <a:lvl5pPr indent="-419100" lvl="4" marL="2286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5pPr>
            <a:lvl6pPr indent="-419100" lvl="5" marL="2743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6pPr>
            <a:lvl7pPr indent="-419100" lvl="6" marL="3200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7pPr>
            <a:lvl8pPr indent="-419100" lvl="7" marL="3657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8pPr>
            <a:lvl9pPr indent="-419100" lvl="8" marL="4114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9pPr>
          </a:lstStyle>
          <a:p/>
        </p:txBody>
      </p:sp>
      <p:sp>
        <p:nvSpPr>
          <p:cNvPr id="61" name="Google Shape;61;p19"/>
          <p:cNvSpPr txBox="1"/>
          <p:nvPr>
            <p:ph idx="2" type="body"/>
          </p:nvPr>
        </p:nvSpPr>
        <p:spPr>
          <a:xfrm>
            <a:off x="1259683" y="3086100"/>
            <a:ext cx="5898356" cy="57173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indent="-228600" lvl="1" marL="914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indent="-228600" lvl="2" marL="1371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4pPr>
            <a:lvl5pPr indent="-228600" lvl="4" marL="2286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5pPr>
            <a:lvl6pPr indent="-228600" lvl="5" marL="2743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6pPr>
            <a:lvl7pPr indent="-228600" lvl="6" marL="3200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7pPr>
            <a:lvl8pPr indent="-228600" lvl="7" marL="3657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8pPr>
            <a:lvl9pPr indent="-228600" lvl="8" marL="4114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62" name="Google Shape;62;p19"/>
          <p:cNvSpPr txBox="1"/>
          <p:nvPr>
            <p:ph idx="10" type="dt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 txBox="1"/>
          <p:nvPr>
            <p:ph idx="11" type="ftr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9"/>
          <p:cNvSpPr txBox="1"/>
          <p:nvPr>
            <p:ph idx="12" type="sldNum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0"/>
          <p:cNvSpPr txBox="1"/>
          <p:nvPr>
            <p:ph type="title"/>
          </p:nvPr>
        </p:nvSpPr>
        <p:spPr>
          <a:xfrm>
            <a:off x="1259683" y="685800"/>
            <a:ext cx="5898356" cy="24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/>
          <p:nvPr>
            <p:ph idx="2" type="pic"/>
          </p:nvPr>
        </p:nvSpPr>
        <p:spPr>
          <a:xfrm>
            <a:off x="7774782" y="1481138"/>
            <a:ext cx="9258300" cy="7310438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0"/>
          <p:cNvSpPr txBox="1"/>
          <p:nvPr>
            <p:ph idx="1" type="body"/>
          </p:nvPr>
        </p:nvSpPr>
        <p:spPr>
          <a:xfrm>
            <a:off x="1259683" y="3086100"/>
            <a:ext cx="5898356" cy="57173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indent="-228600" lvl="1" marL="914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indent="-228600" lvl="2" marL="1371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4pPr>
            <a:lvl5pPr indent="-228600" lvl="4" marL="2286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5pPr>
            <a:lvl6pPr indent="-228600" lvl="5" marL="2743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6pPr>
            <a:lvl7pPr indent="-228600" lvl="6" marL="3200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7pPr>
            <a:lvl8pPr indent="-228600" lvl="7" marL="3657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8pPr>
            <a:lvl9pPr indent="-228600" lvl="8" marL="4114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69" name="Google Shape;69;p20"/>
          <p:cNvSpPr txBox="1"/>
          <p:nvPr>
            <p:ph idx="10" type="dt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1" type="ftr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2" type="sldNum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"/>
          <p:cNvSpPr txBox="1"/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1"/>
          <p:cNvSpPr txBox="1"/>
          <p:nvPr>
            <p:ph idx="1" type="body"/>
          </p:nvPr>
        </p:nvSpPr>
        <p:spPr>
          <a:xfrm rot="5400000">
            <a:off x="5880497" y="-1884758"/>
            <a:ext cx="6527007" cy="157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1"/>
          <p:cNvSpPr txBox="1"/>
          <p:nvPr>
            <p:ph idx="10" type="dt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1" type="ftr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2" type="sldNum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/>
          <p:nvPr>
            <p:ph type="title"/>
          </p:nvPr>
        </p:nvSpPr>
        <p:spPr>
          <a:xfrm rot="5400000">
            <a:off x="10700147" y="2934892"/>
            <a:ext cx="8717757" cy="3943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2"/>
          <p:cNvSpPr txBox="1"/>
          <p:nvPr>
            <p:ph idx="1" type="body"/>
          </p:nvPr>
        </p:nvSpPr>
        <p:spPr>
          <a:xfrm rot="5400000">
            <a:off x="2699146" y="-894158"/>
            <a:ext cx="8717757" cy="1160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2"/>
          <p:cNvSpPr txBox="1"/>
          <p:nvPr>
            <p:ph idx="10" type="dt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11" type="ftr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2" type="sldNum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alibri"/>
              <a:buNone/>
              <a:defRPr b="0" i="0" sz="6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5300" lvl="0" marL="45720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b="0" i="0" sz="4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57200" lvl="1" marL="9144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19100" lvl="2" marL="13716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00050" lvl="3" marL="18288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0050" lvl="4" marL="22860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00050" lvl="5" marL="2743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00050" lvl="6" marL="32004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00050" lvl="7" marL="36576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00050" lvl="8" marL="41148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0" type="dt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leonardo.ru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ocs.google.com/spreadsheets/d/16XygjRSyM3BcBCtxBovcxNmIvaEektegDW_vsxgNiwM/edit?gid=0#gid=0" TargetMode="External"/><Relationship Id="rId4" Type="http://schemas.openxmlformats.org/officeDocument/2006/relationships/hyperlink" Target="https://github.com/pepd62/Leo/blob/main/src/test/java/LeoTests.java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ocs.google.com/document/d/11yI9htLHEWmJtljIf_mq4YRwk2tIUUlQ/edit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12946934" y="-1317506"/>
            <a:ext cx="13244051" cy="13244051"/>
          </a:xfrm>
          <a:prstGeom prst="ellipse">
            <a:avLst/>
          </a:prstGeom>
          <a:solidFill>
            <a:srgbClr val="1450A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-894077" y="-1356154"/>
            <a:ext cx="4990440" cy="4991420"/>
          </a:xfrm>
          <a:custGeom>
            <a:rect b="b" l="l" r="r" t="t"/>
            <a:pathLst>
              <a:path extrusionOk="0" h="1702264" w="1702265">
                <a:moveTo>
                  <a:pt x="996275" y="1702264"/>
                </a:moveTo>
                <a:lnTo>
                  <a:pt x="707001" y="1702264"/>
                </a:lnTo>
                <a:lnTo>
                  <a:pt x="707001" y="1702264"/>
                </a:lnTo>
                <a:lnTo>
                  <a:pt x="697898" y="1701252"/>
                </a:lnTo>
                <a:lnTo>
                  <a:pt x="689807" y="1698218"/>
                </a:lnTo>
                <a:lnTo>
                  <a:pt x="682727" y="1694172"/>
                </a:lnTo>
                <a:lnTo>
                  <a:pt x="676658" y="1689115"/>
                </a:lnTo>
                <a:lnTo>
                  <a:pt x="671601" y="1683046"/>
                </a:lnTo>
                <a:lnTo>
                  <a:pt x="667555" y="1675966"/>
                </a:lnTo>
                <a:lnTo>
                  <a:pt x="665532" y="1667874"/>
                </a:lnTo>
                <a:lnTo>
                  <a:pt x="664521" y="1659783"/>
                </a:lnTo>
                <a:lnTo>
                  <a:pt x="664521" y="1536386"/>
                </a:lnTo>
                <a:lnTo>
                  <a:pt x="664521" y="1536386"/>
                </a:lnTo>
                <a:lnTo>
                  <a:pt x="664521" y="1530318"/>
                </a:lnTo>
                <a:lnTo>
                  <a:pt x="662498" y="1525261"/>
                </a:lnTo>
                <a:lnTo>
                  <a:pt x="660475" y="1521215"/>
                </a:lnTo>
                <a:lnTo>
                  <a:pt x="658452" y="1516158"/>
                </a:lnTo>
                <a:lnTo>
                  <a:pt x="654406" y="1512112"/>
                </a:lnTo>
                <a:lnTo>
                  <a:pt x="650360" y="1509077"/>
                </a:lnTo>
                <a:lnTo>
                  <a:pt x="645303" y="1506043"/>
                </a:lnTo>
                <a:lnTo>
                  <a:pt x="640246" y="1504020"/>
                </a:lnTo>
                <a:lnTo>
                  <a:pt x="640246" y="1504020"/>
                </a:lnTo>
                <a:lnTo>
                  <a:pt x="613948" y="1494917"/>
                </a:lnTo>
                <a:lnTo>
                  <a:pt x="588662" y="1484803"/>
                </a:lnTo>
                <a:lnTo>
                  <a:pt x="563376" y="1473677"/>
                </a:lnTo>
                <a:lnTo>
                  <a:pt x="538090" y="1461539"/>
                </a:lnTo>
                <a:lnTo>
                  <a:pt x="538090" y="1461539"/>
                </a:lnTo>
                <a:lnTo>
                  <a:pt x="533033" y="1459517"/>
                </a:lnTo>
                <a:lnTo>
                  <a:pt x="527975" y="1458505"/>
                </a:lnTo>
                <a:lnTo>
                  <a:pt x="522918" y="1457494"/>
                </a:lnTo>
                <a:lnTo>
                  <a:pt x="516849" y="1458505"/>
                </a:lnTo>
                <a:lnTo>
                  <a:pt x="511792" y="1459517"/>
                </a:lnTo>
                <a:lnTo>
                  <a:pt x="506735" y="1461539"/>
                </a:lnTo>
                <a:lnTo>
                  <a:pt x="502689" y="1464574"/>
                </a:lnTo>
                <a:lnTo>
                  <a:pt x="498643" y="1468620"/>
                </a:lnTo>
                <a:lnTo>
                  <a:pt x="411659" y="1554592"/>
                </a:lnTo>
                <a:lnTo>
                  <a:pt x="411659" y="1554592"/>
                </a:lnTo>
                <a:lnTo>
                  <a:pt x="405590" y="1559650"/>
                </a:lnTo>
                <a:lnTo>
                  <a:pt x="397499" y="1563696"/>
                </a:lnTo>
                <a:lnTo>
                  <a:pt x="390419" y="1566730"/>
                </a:lnTo>
                <a:lnTo>
                  <a:pt x="381316" y="1566730"/>
                </a:lnTo>
                <a:lnTo>
                  <a:pt x="381316" y="1566730"/>
                </a:lnTo>
                <a:lnTo>
                  <a:pt x="373224" y="1566730"/>
                </a:lnTo>
                <a:lnTo>
                  <a:pt x="365132" y="1563696"/>
                </a:lnTo>
                <a:lnTo>
                  <a:pt x="358052" y="1559650"/>
                </a:lnTo>
                <a:lnTo>
                  <a:pt x="351984" y="1554592"/>
                </a:lnTo>
                <a:lnTo>
                  <a:pt x="147671" y="1350280"/>
                </a:lnTo>
                <a:lnTo>
                  <a:pt x="147671" y="1350280"/>
                </a:lnTo>
                <a:lnTo>
                  <a:pt x="141603" y="1343200"/>
                </a:lnTo>
                <a:lnTo>
                  <a:pt x="137557" y="1336120"/>
                </a:lnTo>
                <a:lnTo>
                  <a:pt x="135534" y="1328029"/>
                </a:lnTo>
                <a:lnTo>
                  <a:pt x="134522" y="1319937"/>
                </a:lnTo>
                <a:lnTo>
                  <a:pt x="135534" y="1312857"/>
                </a:lnTo>
                <a:lnTo>
                  <a:pt x="137557" y="1304765"/>
                </a:lnTo>
                <a:lnTo>
                  <a:pt x="141603" y="1297685"/>
                </a:lnTo>
                <a:lnTo>
                  <a:pt x="147671" y="1290605"/>
                </a:lnTo>
                <a:lnTo>
                  <a:pt x="233644" y="1203621"/>
                </a:lnTo>
                <a:lnTo>
                  <a:pt x="233644" y="1203621"/>
                </a:lnTo>
                <a:lnTo>
                  <a:pt x="237690" y="1199575"/>
                </a:lnTo>
                <a:lnTo>
                  <a:pt x="240724" y="1195529"/>
                </a:lnTo>
                <a:lnTo>
                  <a:pt x="242747" y="1190472"/>
                </a:lnTo>
                <a:lnTo>
                  <a:pt x="243759" y="1185415"/>
                </a:lnTo>
                <a:lnTo>
                  <a:pt x="244770" y="1179346"/>
                </a:lnTo>
                <a:lnTo>
                  <a:pt x="243759" y="1174289"/>
                </a:lnTo>
                <a:lnTo>
                  <a:pt x="242747" y="1169232"/>
                </a:lnTo>
                <a:lnTo>
                  <a:pt x="240724" y="1164174"/>
                </a:lnTo>
                <a:lnTo>
                  <a:pt x="240724" y="1164174"/>
                </a:lnTo>
                <a:lnTo>
                  <a:pt x="228587" y="1138888"/>
                </a:lnTo>
                <a:lnTo>
                  <a:pt x="217461" y="1113602"/>
                </a:lnTo>
                <a:lnTo>
                  <a:pt x="207347" y="1087304"/>
                </a:lnTo>
                <a:lnTo>
                  <a:pt x="198244" y="1062018"/>
                </a:lnTo>
                <a:lnTo>
                  <a:pt x="198244" y="1062018"/>
                </a:lnTo>
                <a:lnTo>
                  <a:pt x="196221" y="1055950"/>
                </a:lnTo>
                <a:lnTo>
                  <a:pt x="193186" y="1051904"/>
                </a:lnTo>
                <a:lnTo>
                  <a:pt x="190152" y="1047858"/>
                </a:lnTo>
                <a:lnTo>
                  <a:pt x="186106" y="1043812"/>
                </a:lnTo>
                <a:lnTo>
                  <a:pt x="181049" y="1041789"/>
                </a:lnTo>
                <a:lnTo>
                  <a:pt x="175992" y="1039766"/>
                </a:lnTo>
                <a:lnTo>
                  <a:pt x="170935" y="1037744"/>
                </a:lnTo>
                <a:lnTo>
                  <a:pt x="165877" y="1037744"/>
                </a:lnTo>
                <a:lnTo>
                  <a:pt x="42481" y="1037744"/>
                </a:lnTo>
                <a:lnTo>
                  <a:pt x="42481" y="1037744"/>
                </a:lnTo>
                <a:lnTo>
                  <a:pt x="34389" y="1036732"/>
                </a:lnTo>
                <a:lnTo>
                  <a:pt x="26298" y="1034709"/>
                </a:lnTo>
                <a:lnTo>
                  <a:pt x="19217" y="1030663"/>
                </a:lnTo>
                <a:lnTo>
                  <a:pt x="13149" y="1025606"/>
                </a:lnTo>
                <a:lnTo>
                  <a:pt x="7080" y="1018526"/>
                </a:lnTo>
                <a:lnTo>
                  <a:pt x="4046" y="1011446"/>
                </a:lnTo>
                <a:lnTo>
                  <a:pt x="1011" y="1004366"/>
                </a:lnTo>
                <a:lnTo>
                  <a:pt x="0" y="995263"/>
                </a:lnTo>
                <a:lnTo>
                  <a:pt x="0" y="705989"/>
                </a:lnTo>
                <a:lnTo>
                  <a:pt x="0" y="705989"/>
                </a:lnTo>
                <a:lnTo>
                  <a:pt x="1011" y="697898"/>
                </a:lnTo>
                <a:lnTo>
                  <a:pt x="4046" y="689806"/>
                </a:lnTo>
                <a:lnTo>
                  <a:pt x="7080" y="682726"/>
                </a:lnTo>
                <a:lnTo>
                  <a:pt x="13149" y="676657"/>
                </a:lnTo>
                <a:lnTo>
                  <a:pt x="19217" y="670589"/>
                </a:lnTo>
                <a:lnTo>
                  <a:pt x="26298" y="667554"/>
                </a:lnTo>
                <a:lnTo>
                  <a:pt x="34389" y="664520"/>
                </a:lnTo>
                <a:lnTo>
                  <a:pt x="42481" y="663509"/>
                </a:lnTo>
                <a:lnTo>
                  <a:pt x="165877" y="663509"/>
                </a:lnTo>
                <a:lnTo>
                  <a:pt x="165877" y="663509"/>
                </a:lnTo>
                <a:lnTo>
                  <a:pt x="170935" y="663509"/>
                </a:lnTo>
                <a:lnTo>
                  <a:pt x="175992" y="662497"/>
                </a:lnTo>
                <a:lnTo>
                  <a:pt x="181049" y="660474"/>
                </a:lnTo>
                <a:lnTo>
                  <a:pt x="186106" y="657440"/>
                </a:lnTo>
                <a:lnTo>
                  <a:pt x="190152" y="653394"/>
                </a:lnTo>
                <a:lnTo>
                  <a:pt x="193186" y="649348"/>
                </a:lnTo>
                <a:lnTo>
                  <a:pt x="196221" y="645303"/>
                </a:lnTo>
                <a:lnTo>
                  <a:pt x="198244" y="640245"/>
                </a:lnTo>
                <a:lnTo>
                  <a:pt x="198244" y="640245"/>
                </a:lnTo>
                <a:lnTo>
                  <a:pt x="207347" y="613948"/>
                </a:lnTo>
                <a:lnTo>
                  <a:pt x="217461" y="587650"/>
                </a:lnTo>
                <a:lnTo>
                  <a:pt x="228587" y="562364"/>
                </a:lnTo>
                <a:lnTo>
                  <a:pt x="240724" y="537078"/>
                </a:lnTo>
                <a:lnTo>
                  <a:pt x="240724" y="537078"/>
                </a:lnTo>
                <a:lnTo>
                  <a:pt x="242747" y="532021"/>
                </a:lnTo>
                <a:lnTo>
                  <a:pt x="243759" y="526963"/>
                </a:lnTo>
                <a:lnTo>
                  <a:pt x="244770" y="521906"/>
                </a:lnTo>
                <a:lnTo>
                  <a:pt x="243759" y="516849"/>
                </a:lnTo>
                <a:lnTo>
                  <a:pt x="242747" y="511792"/>
                </a:lnTo>
                <a:lnTo>
                  <a:pt x="240724" y="506734"/>
                </a:lnTo>
                <a:lnTo>
                  <a:pt x="237690" y="501677"/>
                </a:lnTo>
                <a:lnTo>
                  <a:pt x="233644" y="497631"/>
                </a:lnTo>
                <a:lnTo>
                  <a:pt x="147671" y="410647"/>
                </a:lnTo>
                <a:lnTo>
                  <a:pt x="147671" y="410647"/>
                </a:lnTo>
                <a:lnTo>
                  <a:pt x="141603" y="404578"/>
                </a:lnTo>
                <a:lnTo>
                  <a:pt x="137557" y="396487"/>
                </a:lnTo>
                <a:lnTo>
                  <a:pt x="135534" y="389407"/>
                </a:lnTo>
                <a:lnTo>
                  <a:pt x="134522" y="381315"/>
                </a:lnTo>
                <a:lnTo>
                  <a:pt x="135534" y="373224"/>
                </a:lnTo>
                <a:lnTo>
                  <a:pt x="137557" y="365132"/>
                </a:lnTo>
                <a:lnTo>
                  <a:pt x="141603" y="358052"/>
                </a:lnTo>
                <a:lnTo>
                  <a:pt x="147671" y="350972"/>
                </a:lnTo>
                <a:lnTo>
                  <a:pt x="351984" y="146660"/>
                </a:lnTo>
                <a:lnTo>
                  <a:pt x="351984" y="146660"/>
                </a:lnTo>
                <a:lnTo>
                  <a:pt x="358052" y="141602"/>
                </a:lnTo>
                <a:lnTo>
                  <a:pt x="365132" y="137557"/>
                </a:lnTo>
                <a:lnTo>
                  <a:pt x="373224" y="135534"/>
                </a:lnTo>
                <a:lnTo>
                  <a:pt x="381316" y="134522"/>
                </a:lnTo>
                <a:lnTo>
                  <a:pt x="381316" y="134522"/>
                </a:lnTo>
                <a:lnTo>
                  <a:pt x="390419" y="135534"/>
                </a:lnTo>
                <a:lnTo>
                  <a:pt x="397499" y="137557"/>
                </a:lnTo>
                <a:lnTo>
                  <a:pt x="405590" y="141602"/>
                </a:lnTo>
                <a:lnTo>
                  <a:pt x="411659" y="146660"/>
                </a:lnTo>
                <a:lnTo>
                  <a:pt x="498643" y="233644"/>
                </a:lnTo>
                <a:lnTo>
                  <a:pt x="498643" y="233644"/>
                </a:lnTo>
                <a:lnTo>
                  <a:pt x="502689" y="236678"/>
                </a:lnTo>
                <a:lnTo>
                  <a:pt x="506735" y="239713"/>
                </a:lnTo>
                <a:lnTo>
                  <a:pt x="511792" y="241736"/>
                </a:lnTo>
                <a:lnTo>
                  <a:pt x="516849" y="242747"/>
                </a:lnTo>
                <a:lnTo>
                  <a:pt x="522918" y="243759"/>
                </a:lnTo>
                <a:lnTo>
                  <a:pt x="527975" y="242747"/>
                </a:lnTo>
                <a:lnTo>
                  <a:pt x="533033" y="241736"/>
                </a:lnTo>
                <a:lnTo>
                  <a:pt x="538090" y="239713"/>
                </a:lnTo>
                <a:lnTo>
                  <a:pt x="538090" y="239713"/>
                </a:lnTo>
                <a:lnTo>
                  <a:pt x="563376" y="227575"/>
                </a:lnTo>
                <a:lnTo>
                  <a:pt x="588662" y="216449"/>
                </a:lnTo>
                <a:lnTo>
                  <a:pt x="613948" y="206335"/>
                </a:lnTo>
                <a:lnTo>
                  <a:pt x="640246" y="197232"/>
                </a:lnTo>
                <a:lnTo>
                  <a:pt x="640246" y="197232"/>
                </a:lnTo>
                <a:lnTo>
                  <a:pt x="645303" y="195209"/>
                </a:lnTo>
                <a:lnTo>
                  <a:pt x="650360" y="192175"/>
                </a:lnTo>
                <a:lnTo>
                  <a:pt x="654406" y="189140"/>
                </a:lnTo>
                <a:lnTo>
                  <a:pt x="658452" y="185095"/>
                </a:lnTo>
                <a:lnTo>
                  <a:pt x="660475" y="181049"/>
                </a:lnTo>
                <a:lnTo>
                  <a:pt x="662498" y="175992"/>
                </a:lnTo>
                <a:lnTo>
                  <a:pt x="664521" y="170934"/>
                </a:lnTo>
                <a:lnTo>
                  <a:pt x="664521" y="164866"/>
                </a:lnTo>
                <a:lnTo>
                  <a:pt x="664521" y="41469"/>
                </a:lnTo>
                <a:lnTo>
                  <a:pt x="664521" y="41469"/>
                </a:lnTo>
                <a:lnTo>
                  <a:pt x="665532" y="33378"/>
                </a:lnTo>
                <a:lnTo>
                  <a:pt x="667555" y="25286"/>
                </a:lnTo>
                <a:lnTo>
                  <a:pt x="671601" y="18206"/>
                </a:lnTo>
                <a:lnTo>
                  <a:pt x="676658" y="12137"/>
                </a:lnTo>
                <a:lnTo>
                  <a:pt x="682727" y="7080"/>
                </a:lnTo>
                <a:lnTo>
                  <a:pt x="689807" y="3034"/>
                </a:lnTo>
                <a:lnTo>
                  <a:pt x="697898" y="1011"/>
                </a:lnTo>
                <a:lnTo>
                  <a:pt x="707001" y="0"/>
                </a:lnTo>
                <a:lnTo>
                  <a:pt x="996275" y="0"/>
                </a:lnTo>
                <a:lnTo>
                  <a:pt x="996275" y="0"/>
                </a:lnTo>
                <a:lnTo>
                  <a:pt x="1004367" y="1011"/>
                </a:lnTo>
                <a:lnTo>
                  <a:pt x="1012458" y="3034"/>
                </a:lnTo>
                <a:lnTo>
                  <a:pt x="1019539" y="7080"/>
                </a:lnTo>
                <a:lnTo>
                  <a:pt x="1025607" y="12137"/>
                </a:lnTo>
                <a:lnTo>
                  <a:pt x="1030665" y="18206"/>
                </a:lnTo>
                <a:lnTo>
                  <a:pt x="1034710" y="25286"/>
                </a:lnTo>
                <a:lnTo>
                  <a:pt x="1037745" y="33378"/>
                </a:lnTo>
                <a:lnTo>
                  <a:pt x="1038756" y="41469"/>
                </a:lnTo>
                <a:lnTo>
                  <a:pt x="1038756" y="164866"/>
                </a:lnTo>
                <a:lnTo>
                  <a:pt x="1038756" y="164866"/>
                </a:lnTo>
                <a:lnTo>
                  <a:pt x="1038756" y="170934"/>
                </a:lnTo>
                <a:lnTo>
                  <a:pt x="1039768" y="175992"/>
                </a:lnTo>
                <a:lnTo>
                  <a:pt x="1041790" y="181049"/>
                </a:lnTo>
                <a:lnTo>
                  <a:pt x="1044825" y="185095"/>
                </a:lnTo>
                <a:lnTo>
                  <a:pt x="1047859" y="189140"/>
                </a:lnTo>
                <a:lnTo>
                  <a:pt x="1052916" y="192175"/>
                </a:lnTo>
                <a:lnTo>
                  <a:pt x="1056962" y="195209"/>
                </a:lnTo>
                <a:lnTo>
                  <a:pt x="1062019" y="197232"/>
                </a:lnTo>
                <a:lnTo>
                  <a:pt x="1062019" y="197232"/>
                </a:lnTo>
                <a:lnTo>
                  <a:pt x="1088317" y="206335"/>
                </a:lnTo>
                <a:lnTo>
                  <a:pt x="1114615" y="216449"/>
                </a:lnTo>
                <a:lnTo>
                  <a:pt x="1139901" y="227575"/>
                </a:lnTo>
                <a:lnTo>
                  <a:pt x="1165187" y="239713"/>
                </a:lnTo>
                <a:lnTo>
                  <a:pt x="1165187" y="239713"/>
                </a:lnTo>
                <a:lnTo>
                  <a:pt x="1170244" y="241736"/>
                </a:lnTo>
                <a:lnTo>
                  <a:pt x="1175301" y="242747"/>
                </a:lnTo>
                <a:lnTo>
                  <a:pt x="1180359" y="243759"/>
                </a:lnTo>
                <a:lnTo>
                  <a:pt x="1185416" y="242747"/>
                </a:lnTo>
                <a:lnTo>
                  <a:pt x="1190473" y="241736"/>
                </a:lnTo>
                <a:lnTo>
                  <a:pt x="1195530" y="239713"/>
                </a:lnTo>
                <a:lnTo>
                  <a:pt x="1200588" y="236678"/>
                </a:lnTo>
                <a:lnTo>
                  <a:pt x="1204633" y="233644"/>
                </a:lnTo>
                <a:lnTo>
                  <a:pt x="1291618" y="146660"/>
                </a:lnTo>
                <a:lnTo>
                  <a:pt x="1291618" y="146660"/>
                </a:lnTo>
                <a:lnTo>
                  <a:pt x="1297687" y="141602"/>
                </a:lnTo>
                <a:lnTo>
                  <a:pt x="1304767" y="137557"/>
                </a:lnTo>
                <a:lnTo>
                  <a:pt x="1312858" y="135534"/>
                </a:lnTo>
                <a:lnTo>
                  <a:pt x="1320950" y="134522"/>
                </a:lnTo>
                <a:lnTo>
                  <a:pt x="1320950" y="134522"/>
                </a:lnTo>
                <a:lnTo>
                  <a:pt x="1329041" y="135534"/>
                </a:lnTo>
                <a:lnTo>
                  <a:pt x="1337133" y="137557"/>
                </a:lnTo>
                <a:lnTo>
                  <a:pt x="1344213" y="141602"/>
                </a:lnTo>
                <a:lnTo>
                  <a:pt x="1351293" y="146660"/>
                </a:lnTo>
                <a:lnTo>
                  <a:pt x="1555606" y="350972"/>
                </a:lnTo>
                <a:lnTo>
                  <a:pt x="1555606" y="350972"/>
                </a:lnTo>
                <a:lnTo>
                  <a:pt x="1560663" y="358052"/>
                </a:lnTo>
                <a:lnTo>
                  <a:pt x="1564709" y="365132"/>
                </a:lnTo>
                <a:lnTo>
                  <a:pt x="1566731" y="373224"/>
                </a:lnTo>
                <a:lnTo>
                  <a:pt x="1567743" y="381315"/>
                </a:lnTo>
                <a:lnTo>
                  <a:pt x="1567743" y="381315"/>
                </a:lnTo>
                <a:lnTo>
                  <a:pt x="1566731" y="389407"/>
                </a:lnTo>
                <a:lnTo>
                  <a:pt x="1564709" y="397498"/>
                </a:lnTo>
                <a:lnTo>
                  <a:pt x="1560663" y="404578"/>
                </a:lnTo>
                <a:lnTo>
                  <a:pt x="1555606" y="410647"/>
                </a:lnTo>
                <a:lnTo>
                  <a:pt x="1468621" y="497631"/>
                </a:lnTo>
                <a:lnTo>
                  <a:pt x="1468621" y="497631"/>
                </a:lnTo>
                <a:lnTo>
                  <a:pt x="1465587" y="501677"/>
                </a:lnTo>
                <a:lnTo>
                  <a:pt x="1462552" y="506734"/>
                </a:lnTo>
                <a:lnTo>
                  <a:pt x="1460530" y="511792"/>
                </a:lnTo>
                <a:lnTo>
                  <a:pt x="1459518" y="516849"/>
                </a:lnTo>
                <a:lnTo>
                  <a:pt x="1458507" y="521906"/>
                </a:lnTo>
                <a:lnTo>
                  <a:pt x="1458507" y="526963"/>
                </a:lnTo>
                <a:lnTo>
                  <a:pt x="1460530" y="532021"/>
                </a:lnTo>
                <a:lnTo>
                  <a:pt x="1462552" y="537078"/>
                </a:lnTo>
                <a:lnTo>
                  <a:pt x="1462552" y="537078"/>
                </a:lnTo>
                <a:lnTo>
                  <a:pt x="1474690" y="562364"/>
                </a:lnTo>
                <a:lnTo>
                  <a:pt x="1485816" y="587650"/>
                </a:lnTo>
                <a:lnTo>
                  <a:pt x="1495930" y="613948"/>
                </a:lnTo>
                <a:lnTo>
                  <a:pt x="1505033" y="640245"/>
                </a:lnTo>
                <a:lnTo>
                  <a:pt x="1505033" y="640245"/>
                </a:lnTo>
                <a:lnTo>
                  <a:pt x="1507056" y="645303"/>
                </a:lnTo>
                <a:lnTo>
                  <a:pt x="1510090" y="649348"/>
                </a:lnTo>
                <a:lnTo>
                  <a:pt x="1513125" y="653394"/>
                </a:lnTo>
                <a:lnTo>
                  <a:pt x="1517171" y="657440"/>
                </a:lnTo>
                <a:lnTo>
                  <a:pt x="1521216" y="660474"/>
                </a:lnTo>
                <a:lnTo>
                  <a:pt x="1526274" y="662497"/>
                </a:lnTo>
                <a:lnTo>
                  <a:pt x="1531331" y="663509"/>
                </a:lnTo>
                <a:lnTo>
                  <a:pt x="1536388" y="663509"/>
                </a:lnTo>
                <a:lnTo>
                  <a:pt x="1660796" y="663509"/>
                </a:lnTo>
                <a:lnTo>
                  <a:pt x="1660796" y="663509"/>
                </a:lnTo>
                <a:lnTo>
                  <a:pt x="1668888" y="664520"/>
                </a:lnTo>
                <a:lnTo>
                  <a:pt x="1676979" y="667554"/>
                </a:lnTo>
                <a:lnTo>
                  <a:pt x="1684059" y="670589"/>
                </a:lnTo>
                <a:lnTo>
                  <a:pt x="1690128" y="676657"/>
                </a:lnTo>
                <a:lnTo>
                  <a:pt x="1695185" y="682726"/>
                </a:lnTo>
                <a:lnTo>
                  <a:pt x="1699231" y="689806"/>
                </a:lnTo>
                <a:lnTo>
                  <a:pt x="1701254" y="697898"/>
                </a:lnTo>
                <a:lnTo>
                  <a:pt x="1702265" y="705989"/>
                </a:lnTo>
                <a:lnTo>
                  <a:pt x="1702265" y="995263"/>
                </a:lnTo>
                <a:lnTo>
                  <a:pt x="1702265" y="995263"/>
                </a:lnTo>
                <a:lnTo>
                  <a:pt x="1701254" y="1004366"/>
                </a:lnTo>
                <a:lnTo>
                  <a:pt x="1699231" y="1011446"/>
                </a:lnTo>
                <a:lnTo>
                  <a:pt x="1695185" y="1018526"/>
                </a:lnTo>
                <a:lnTo>
                  <a:pt x="1690128" y="1025606"/>
                </a:lnTo>
                <a:lnTo>
                  <a:pt x="1684059" y="1030663"/>
                </a:lnTo>
                <a:lnTo>
                  <a:pt x="1676979" y="1034709"/>
                </a:lnTo>
                <a:lnTo>
                  <a:pt x="1668888" y="1036732"/>
                </a:lnTo>
                <a:lnTo>
                  <a:pt x="1660796" y="1037744"/>
                </a:lnTo>
                <a:lnTo>
                  <a:pt x="1536388" y="1037744"/>
                </a:lnTo>
                <a:lnTo>
                  <a:pt x="1536388" y="1037744"/>
                </a:lnTo>
                <a:lnTo>
                  <a:pt x="1531331" y="1037744"/>
                </a:lnTo>
                <a:lnTo>
                  <a:pt x="1526274" y="1039766"/>
                </a:lnTo>
                <a:lnTo>
                  <a:pt x="1521216" y="1041789"/>
                </a:lnTo>
                <a:lnTo>
                  <a:pt x="1517171" y="1043812"/>
                </a:lnTo>
                <a:lnTo>
                  <a:pt x="1513125" y="1047858"/>
                </a:lnTo>
                <a:lnTo>
                  <a:pt x="1510090" y="1051904"/>
                </a:lnTo>
                <a:lnTo>
                  <a:pt x="1507056" y="1055950"/>
                </a:lnTo>
                <a:lnTo>
                  <a:pt x="1505033" y="1062018"/>
                </a:lnTo>
                <a:lnTo>
                  <a:pt x="1505033" y="1062018"/>
                </a:lnTo>
                <a:lnTo>
                  <a:pt x="1495930" y="1087304"/>
                </a:lnTo>
                <a:lnTo>
                  <a:pt x="1485816" y="1113602"/>
                </a:lnTo>
                <a:lnTo>
                  <a:pt x="1474690" y="1138888"/>
                </a:lnTo>
                <a:lnTo>
                  <a:pt x="1462552" y="1164174"/>
                </a:lnTo>
                <a:lnTo>
                  <a:pt x="1462552" y="1164174"/>
                </a:lnTo>
                <a:lnTo>
                  <a:pt x="1460530" y="1169232"/>
                </a:lnTo>
                <a:lnTo>
                  <a:pt x="1458507" y="1174289"/>
                </a:lnTo>
                <a:lnTo>
                  <a:pt x="1458507" y="1179346"/>
                </a:lnTo>
                <a:lnTo>
                  <a:pt x="1459518" y="1185415"/>
                </a:lnTo>
                <a:lnTo>
                  <a:pt x="1460530" y="1190472"/>
                </a:lnTo>
                <a:lnTo>
                  <a:pt x="1462552" y="1195529"/>
                </a:lnTo>
                <a:lnTo>
                  <a:pt x="1465587" y="1199575"/>
                </a:lnTo>
                <a:lnTo>
                  <a:pt x="1468621" y="1203621"/>
                </a:lnTo>
                <a:lnTo>
                  <a:pt x="1555606" y="1290605"/>
                </a:lnTo>
                <a:lnTo>
                  <a:pt x="1555606" y="1290605"/>
                </a:lnTo>
                <a:lnTo>
                  <a:pt x="1560663" y="1296674"/>
                </a:lnTo>
                <a:lnTo>
                  <a:pt x="1564709" y="1304765"/>
                </a:lnTo>
                <a:lnTo>
                  <a:pt x="1566731" y="1311845"/>
                </a:lnTo>
                <a:lnTo>
                  <a:pt x="1567743" y="1319937"/>
                </a:lnTo>
                <a:lnTo>
                  <a:pt x="1567743" y="1319937"/>
                </a:lnTo>
                <a:lnTo>
                  <a:pt x="1566731" y="1329040"/>
                </a:lnTo>
                <a:lnTo>
                  <a:pt x="1564709" y="1336120"/>
                </a:lnTo>
                <a:lnTo>
                  <a:pt x="1560663" y="1344212"/>
                </a:lnTo>
                <a:lnTo>
                  <a:pt x="1555606" y="1350280"/>
                </a:lnTo>
                <a:lnTo>
                  <a:pt x="1351293" y="1554592"/>
                </a:lnTo>
                <a:lnTo>
                  <a:pt x="1351293" y="1554592"/>
                </a:lnTo>
                <a:lnTo>
                  <a:pt x="1344213" y="1559650"/>
                </a:lnTo>
                <a:lnTo>
                  <a:pt x="1337133" y="1563696"/>
                </a:lnTo>
                <a:lnTo>
                  <a:pt x="1329041" y="1566730"/>
                </a:lnTo>
                <a:lnTo>
                  <a:pt x="1320950" y="1566730"/>
                </a:lnTo>
                <a:lnTo>
                  <a:pt x="1320950" y="1566730"/>
                </a:lnTo>
                <a:lnTo>
                  <a:pt x="1312858" y="1566730"/>
                </a:lnTo>
                <a:lnTo>
                  <a:pt x="1304767" y="1563696"/>
                </a:lnTo>
                <a:lnTo>
                  <a:pt x="1297687" y="1559650"/>
                </a:lnTo>
                <a:lnTo>
                  <a:pt x="1291618" y="1554592"/>
                </a:lnTo>
                <a:lnTo>
                  <a:pt x="1204633" y="1468620"/>
                </a:lnTo>
                <a:lnTo>
                  <a:pt x="1204633" y="1468620"/>
                </a:lnTo>
                <a:lnTo>
                  <a:pt x="1200588" y="1464574"/>
                </a:lnTo>
                <a:lnTo>
                  <a:pt x="1195530" y="1461539"/>
                </a:lnTo>
                <a:lnTo>
                  <a:pt x="1190473" y="1459517"/>
                </a:lnTo>
                <a:lnTo>
                  <a:pt x="1185416" y="1458505"/>
                </a:lnTo>
                <a:lnTo>
                  <a:pt x="1180359" y="1457494"/>
                </a:lnTo>
                <a:lnTo>
                  <a:pt x="1175301" y="1458505"/>
                </a:lnTo>
                <a:lnTo>
                  <a:pt x="1170244" y="1459517"/>
                </a:lnTo>
                <a:lnTo>
                  <a:pt x="1165187" y="1461539"/>
                </a:lnTo>
                <a:lnTo>
                  <a:pt x="1165187" y="1461539"/>
                </a:lnTo>
                <a:lnTo>
                  <a:pt x="1139901" y="1473677"/>
                </a:lnTo>
                <a:lnTo>
                  <a:pt x="1114615" y="1484803"/>
                </a:lnTo>
                <a:lnTo>
                  <a:pt x="1088317" y="1494917"/>
                </a:lnTo>
                <a:lnTo>
                  <a:pt x="1062019" y="1504020"/>
                </a:lnTo>
                <a:lnTo>
                  <a:pt x="1062019" y="1504020"/>
                </a:lnTo>
                <a:lnTo>
                  <a:pt x="1056962" y="1506043"/>
                </a:lnTo>
                <a:lnTo>
                  <a:pt x="1052916" y="1509077"/>
                </a:lnTo>
                <a:lnTo>
                  <a:pt x="1047859" y="1512112"/>
                </a:lnTo>
                <a:lnTo>
                  <a:pt x="1044825" y="1516158"/>
                </a:lnTo>
                <a:lnTo>
                  <a:pt x="1041790" y="1521215"/>
                </a:lnTo>
                <a:lnTo>
                  <a:pt x="1039768" y="1525261"/>
                </a:lnTo>
                <a:lnTo>
                  <a:pt x="1038756" y="1530318"/>
                </a:lnTo>
                <a:lnTo>
                  <a:pt x="1038756" y="1536386"/>
                </a:lnTo>
                <a:lnTo>
                  <a:pt x="1038756" y="1659783"/>
                </a:lnTo>
                <a:lnTo>
                  <a:pt x="1038756" y="1659783"/>
                </a:lnTo>
                <a:lnTo>
                  <a:pt x="1037745" y="1667874"/>
                </a:lnTo>
                <a:lnTo>
                  <a:pt x="1034710" y="1675966"/>
                </a:lnTo>
                <a:lnTo>
                  <a:pt x="1030665" y="1683046"/>
                </a:lnTo>
                <a:lnTo>
                  <a:pt x="1025607" y="1689115"/>
                </a:lnTo>
                <a:lnTo>
                  <a:pt x="1019539" y="1694172"/>
                </a:lnTo>
                <a:lnTo>
                  <a:pt x="1012458" y="1698218"/>
                </a:lnTo>
                <a:lnTo>
                  <a:pt x="1004367" y="1701252"/>
                </a:lnTo>
                <a:lnTo>
                  <a:pt x="996275" y="1702264"/>
                </a:lnTo>
                <a:lnTo>
                  <a:pt x="996275" y="1702264"/>
                </a:lnTo>
                <a:close/>
                <a:moveTo>
                  <a:pt x="522918" y="1449402"/>
                </a:moveTo>
                <a:lnTo>
                  <a:pt x="522918" y="1449402"/>
                </a:lnTo>
                <a:lnTo>
                  <a:pt x="532021" y="1450414"/>
                </a:lnTo>
                <a:lnTo>
                  <a:pt x="542136" y="1454459"/>
                </a:lnTo>
                <a:lnTo>
                  <a:pt x="542136" y="1454459"/>
                </a:lnTo>
                <a:lnTo>
                  <a:pt x="566410" y="1466597"/>
                </a:lnTo>
                <a:lnTo>
                  <a:pt x="591697" y="1477723"/>
                </a:lnTo>
                <a:lnTo>
                  <a:pt x="616983" y="1487837"/>
                </a:lnTo>
                <a:lnTo>
                  <a:pt x="643280" y="1495929"/>
                </a:lnTo>
                <a:lnTo>
                  <a:pt x="643280" y="1495929"/>
                </a:lnTo>
                <a:lnTo>
                  <a:pt x="649349" y="1498963"/>
                </a:lnTo>
                <a:lnTo>
                  <a:pt x="655418" y="1501997"/>
                </a:lnTo>
                <a:lnTo>
                  <a:pt x="660475" y="1507055"/>
                </a:lnTo>
                <a:lnTo>
                  <a:pt x="664521" y="1512112"/>
                </a:lnTo>
                <a:lnTo>
                  <a:pt x="667555" y="1517169"/>
                </a:lnTo>
                <a:lnTo>
                  <a:pt x="670589" y="1523238"/>
                </a:lnTo>
                <a:lnTo>
                  <a:pt x="671601" y="1529306"/>
                </a:lnTo>
                <a:lnTo>
                  <a:pt x="672612" y="1536386"/>
                </a:lnTo>
                <a:lnTo>
                  <a:pt x="672612" y="1659783"/>
                </a:lnTo>
                <a:lnTo>
                  <a:pt x="672612" y="1659783"/>
                </a:lnTo>
                <a:lnTo>
                  <a:pt x="673624" y="1666863"/>
                </a:lnTo>
                <a:lnTo>
                  <a:pt x="675647" y="1672932"/>
                </a:lnTo>
                <a:lnTo>
                  <a:pt x="678681" y="1679000"/>
                </a:lnTo>
                <a:lnTo>
                  <a:pt x="682727" y="1684058"/>
                </a:lnTo>
                <a:lnTo>
                  <a:pt x="687784" y="1688103"/>
                </a:lnTo>
                <a:lnTo>
                  <a:pt x="693853" y="1691138"/>
                </a:lnTo>
                <a:lnTo>
                  <a:pt x="699921" y="1693161"/>
                </a:lnTo>
                <a:lnTo>
                  <a:pt x="707001" y="1694172"/>
                </a:lnTo>
                <a:lnTo>
                  <a:pt x="996275" y="1694172"/>
                </a:lnTo>
                <a:lnTo>
                  <a:pt x="996275" y="1694172"/>
                </a:lnTo>
                <a:lnTo>
                  <a:pt x="1003355" y="1693161"/>
                </a:lnTo>
                <a:lnTo>
                  <a:pt x="1009424" y="1691138"/>
                </a:lnTo>
                <a:lnTo>
                  <a:pt x="1015493" y="1688103"/>
                </a:lnTo>
                <a:lnTo>
                  <a:pt x="1020550" y="1684058"/>
                </a:lnTo>
                <a:lnTo>
                  <a:pt x="1024596" y="1679000"/>
                </a:lnTo>
                <a:lnTo>
                  <a:pt x="1027630" y="1672932"/>
                </a:lnTo>
                <a:lnTo>
                  <a:pt x="1029653" y="1666863"/>
                </a:lnTo>
                <a:lnTo>
                  <a:pt x="1030665" y="1659783"/>
                </a:lnTo>
                <a:lnTo>
                  <a:pt x="1030665" y="1536386"/>
                </a:lnTo>
                <a:lnTo>
                  <a:pt x="1030665" y="1536386"/>
                </a:lnTo>
                <a:lnTo>
                  <a:pt x="1030665" y="1529306"/>
                </a:lnTo>
                <a:lnTo>
                  <a:pt x="1032687" y="1523238"/>
                </a:lnTo>
                <a:lnTo>
                  <a:pt x="1034710" y="1517169"/>
                </a:lnTo>
                <a:lnTo>
                  <a:pt x="1038756" y="1512112"/>
                </a:lnTo>
                <a:lnTo>
                  <a:pt x="1042802" y="1507055"/>
                </a:lnTo>
                <a:lnTo>
                  <a:pt x="1047859" y="1501997"/>
                </a:lnTo>
                <a:lnTo>
                  <a:pt x="1052916" y="1498963"/>
                </a:lnTo>
                <a:lnTo>
                  <a:pt x="1059997" y="1495929"/>
                </a:lnTo>
                <a:lnTo>
                  <a:pt x="1059997" y="1495929"/>
                </a:lnTo>
                <a:lnTo>
                  <a:pt x="1085283" y="1487837"/>
                </a:lnTo>
                <a:lnTo>
                  <a:pt x="1111580" y="1477723"/>
                </a:lnTo>
                <a:lnTo>
                  <a:pt x="1136866" y="1466597"/>
                </a:lnTo>
                <a:lnTo>
                  <a:pt x="1161141" y="1454459"/>
                </a:lnTo>
                <a:lnTo>
                  <a:pt x="1161141" y="1454459"/>
                </a:lnTo>
                <a:lnTo>
                  <a:pt x="1167210" y="1451425"/>
                </a:lnTo>
                <a:lnTo>
                  <a:pt x="1174290" y="1450414"/>
                </a:lnTo>
                <a:lnTo>
                  <a:pt x="1180359" y="1449402"/>
                </a:lnTo>
                <a:lnTo>
                  <a:pt x="1186427" y="1450414"/>
                </a:lnTo>
                <a:lnTo>
                  <a:pt x="1193508" y="1451425"/>
                </a:lnTo>
                <a:lnTo>
                  <a:pt x="1199576" y="1454459"/>
                </a:lnTo>
                <a:lnTo>
                  <a:pt x="1205645" y="1458505"/>
                </a:lnTo>
                <a:lnTo>
                  <a:pt x="1210702" y="1462551"/>
                </a:lnTo>
                <a:lnTo>
                  <a:pt x="1296675" y="1549535"/>
                </a:lnTo>
                <a:lnTo>
                  <a:pt x="1296675" y="1549535"/>
                </a:lnTo>
                <a:lnTo>
                  <a:pt x="1301732" y="1553581"/>
                </a:lnTo>
                <a:lnTo>
                  <a:pt x="1307801" y="1556615"/>
                </a:lnTo>
                <a:lnTo>
                  <a:pt x="1314881" y="1558638"/>
                </a:lnTo>
                <a:lnTo>
                  <a:pt x="1320950" y="1558638"/>
                </a:lnTo>
                <a:lnTo>
                  <a:pt x="1320950" y="1558638"/>
                </a:lnTo>
                <a:lnTo>
                  <a:pt x="1328030" y="1558638"/>
                </a:lnTo>
                <a:lnTo>
                  <a:pt x="1334099" y="1556615"/>
                </a:lnTo>
                <a:lnTo>
                  <a:pt x="1340167" y="1553581"/>
                </a:lnTo>
                <a:lnTo>
                  <a:pt x="1345225" y="1549535"/>
                </a:lnTo>
                <a:lnTo>
                  <a:pt x="1549537" y="1344212"/>
                </a:lnTo>
                <a:lnTo>
                  <a:pt x="1549537" y="1344212"/>
                </a:lnTo>
                <a:lnTo>
                  <a:pt x="1554594" y="1339155"/>
                </a:lnTo>
                <a:lnTo>
                  <a:pt x="1557628" y="1333086"/>
                </a:lnTo>
                <a:lnTo>
                  <a:pt x="1559651" y="1327017"/>
                </a:lnTo>
                <a:lnTo>
                  <a:pt x="1559651" y="1319937"/>
                </a:lnTo>
                <a:lnTo>
                  <a:pt x="1559651" y="1319937"/>
                </a:lnTo>
                <a:lnTo>
                  <a:pt x="1559651" y="1313868"/>
                </a:lnTo>
                <a:lnTo>
                  <a:pt x="1557628" y="1307800"/>
                </a:lnTo>
                <a:lnTo>
                  <a:pt x="1554594" y="1301731"/>
                </a:lnTo>
                <a:lnTo>
                  <a:pt x="1549537" y="1296674"/>
                </a:lnTo>
                <a:lnTo>
                  <a:pt x="1463564" y="1209689"/>
                </a:lnTo>
                <a:lnTo>
                  <a:pt x="1463564" y="1209689"/>
                </a:lnTo>
                <a:lnTo>
                  <a:pt x="1458507" y="1204632"/>
                </a:lnTo>
                <a:lnTo>
                  <a:pt x="1455472" y="1198564"/>
                </a:lnTo>
                <a:lnTo>
                  <a:pt x="1452438" y="1192495"/>
                </a:lnTo>
                <a:lnTo>
                  <a:pt x="1451427" y="1186426"/>
                </a:lnTo>
                <a:lnTo>
                  <a:pt x="1450415" y="1179346"/>
                </a:lnTo>
                <a:lnTo>
                  <a:pt x="1451427" y="1173277"/>
                </a:lnTo>
                <a:lnTo>
                  <a:pt x="1452438" y="1166197"/>
                </a:lnTo>
                <a:lnTo>
                  <a:pt x="1455472" y="1160129"/>
                </a:lnTo>
                <a:lnTo>
                  <a:pt x="1455472" y="1160129"/>
                </a:lnTo>
                <a:lnTo>
                  <a:pt x="1466598" y="1135854"/>
                </a:lnTo>
                <a:lnTo>
                  <a:pt x="1477724" y="1110568"/>
                </a:lnTo>
                <a:lnTo>
                  <a:pt x="1487839" y="1085282"/>
                </a:lnTo>
                <a:lnTo>
                  <a:pt x="1496942" y="1058984"/>
                </a:lnTo>
                <a:lnTo>
                  <a:pt x="1496942" y="1058984"/>
                </a:lnTo>
                <a:lnTo>
                  <a:pt x="1499976" y="1052915"/>
                </a:lnTo>
                <a:lnTo>
                  <a:pt x="1503010" y="1046847"/>
                </a:lnTo>
                <a:lnTo>
                  <a:pt x="1507056" y="1041789"/>
                </a:lnTo>
                <a:lnTo>
                  <a:pt x="1512113" y="1037744"/>
                </a:lnTo>
                <a:lnTo>
                  <a:pt x="1518182" y="1033698"/>
                </a:lnTo>
                <a:lnTo>
                  <a:pt x="1524251" y="1031675"/>
                </a:lnTo>
                <a:lnTo>
                  <a:pt x="1530319" y="1029652"/>
                </a:lnTo>
                <a:lnTo>
                  <a:pt x="1536388" y="1029652"/>
                </a:lnTo>
                <a:lnTo>
                  <a:pt x="1660796" y="1029652"/>
                </a:lnTo>
                <a:lnTo>
                  <a:pt x="1660796" y="1029652"/>
                </a:lnTo>
                <a:lnTo>
                  <a:pt x="1666865" y="1028641"/>
                </a:lnTo>
                <a:lnTo>
                  <a:pt x="1673945" y="1026618"/>
                </a:lnTo>
                <a:lnTo>
                  <a:pt x="1679002" y="1023583"/>
                </a:lnTo>
                <a:lnTo>
                  <a:pt x="1684059" y="1019538"/>
                </a:lnTo>
                <a:lnTo>
                  <a:pt x="1688105" y="1014480"/>
                </a:lnTo>
                <a:lnTo>
                  <a:pt x="1692151" y="1008412"/>
                </a:lnTo>
                <a:lnTo>
                  <a:pt x="1694174" y="1002343"/>
                </a:lnTo>
                <a:lnTo>
                  <a:pt x="1694174" y="995263"/>
                </a:lnTo>
                <a:lnTo>
                  <a:pt x="1694174" y="705989"/>
                </a:lnTo>
                <a:lnTo>
                  <a:pt x="1694174" y="705989"/>
                </a:lnTo>
                <a:lnTo>
                  <a:pt x="1694174" y="698909"/>
                </a:lnTo>
                <a:lnTo>
                  <a:pt x="1692151" y="692841"/>
                </a:lnTo>
                <a:lnTo>
                  <a:pt x="1688105" y="686772"/>
                </a:lnTo>
                <a:lnTo>
                  <a:pt x="1684059" y="681715"/>
                </a:lnTo>
                <a:lnTo>
                  <a:pt x="1679002" y="677669"/>
                </a:lnTo>
                <a:lnTo>
                  <a:pt x="1673945" y="674635"/>
                </a:lnTo>
                <a:lnTo>
                  <a:pt x="1666865" y="672612"/>
                </a:lnTo>
                <a:lnTo>
                  <a:pt x="1660796" y="671600"/>
                </a:lnTo>
                <a:lnTo>
                  <a:pt x="1536388" y="671600"/>
                </a:lnTo>
                <a:lnTo>
                  <a:pt x="1536388" y="671600"/>
                </a:lnTo>
                <a:lnTo>
                  <a:pt x="1530319" y="671600"/>
                </a:lnTo>
                <a:lnTo>
                  <a:pt x="1524251" y="669577"/>
                </a:lnTo>
                <a:lnTo>
                  <a:pt x="1518182" y="667554"/>
                </a:lnTo>
                <a:lnTo>
                  <a:pt x="1512113" y="663509"/>
                </a:lnTo>
                <a:lnTo>
                  <a:pt x="1507056" y="659463"/>
                </a:lnTo>
                <a:lnTo>
                  <a:pt x="1503010" y="654406"/>
                </a:lnTo>
                <a:lnTo>
                  <a:pt x="1499976" y="648337"/>
                </a:lnTo>
                <a:lnTo>
                  <a:pt x="1496942" y="642268"/>
                </a:lnTo>
                <a:lnTo>
                  <a:pt x="1496942" y="642268"/>
                </a:lnTo>
                <a:lnTo>
                  <a:pt x="1487839" y="616982"/>
                </a:lnTo>
                <a:lnTo>
                  <a:pt x="1477724" y="590684"/>
                </a:lnTo>
                <a:lnTo>
                  <a:pt x="1466598" y="565398"/>
                </a:lnTo>
                <a:lnTo>
                  <a:pt x="1455472" y="541124"/>
                </a:lnTo>
                <a:lnTo>
                  <a:pt x="1455472" y="541124"/>
                </a:lnTo>
                <a:lnTo>
                  <a:pt x="1452438" y="535055"/>
                </a:lnTo>
                <a:lnTo>
                  <a:pt x="1451427" y="527975"/>
                </a:lnTo>
                <a:lnTo>
                  <a:pt x="1450415" y="521906"/>
                </a:lnTo>
                <a:lnTo>
                  <a:pt x="1451427" y="514826"/>
                </a:lnTo>
                <a:lnTo>
                  <a:pt x="1452438" y="508757"/>
                </a:lnTo>
                <a:lnTo>
                  <a:pt x="1455472" y="502689"/>
                </a:lnTo>
                <a:lnTo>
                  <a:pt x="1458507" y="496620"/>
                </a:lnTo>
                <a:lnTo>
                  <a:pt x="1463564" y="491563"/>
                </a:lnTo>
                <a:lnTo>
                  <a:pt x="1549537" y="405590"/>
                </a:lnTo>
                <a:lnTo>
                  <a:pt x="1549537" y="405590"/>
                </a:lnTo>
                <a:lnTo>
                  <a:pt x="1554594" y="399521"/>
                </a:lnTo>
                <a:lnTo>
                  <a:pt x="1557628" y="394464"/>
                </a:lnTo>
                <a:lnTo>
                  <a:pt x="1559651" y="387384"/>
                </a:lnTo>
                <a:lnTo>
                  <a:pt x="1559651" y="381315"/>
                </a:lnTo>
                <a:lnTo>
                  <a:pt x="1559651" y="381315"/>
                </a:lnTo>
                <a:lnTo>
                  <a:pt x="1559651" y="374235"/>
                </a:lnTo>
                <a:lnTo>
                  <a:pt x="1557628" y="368166"/>
                </a:lnTo>
                <a:lnTo>
                  <a:pt x="1554594" y="362098"/>
                </a:lnTo>
                <a:lnTo>
                  <a:pt x="1549537" y="357040"/>
                </a:lnTo>
                <a:lnTo>
                  <a:pt x="1345225" y="152728"/>
                </a:lnTo>
                <a:lnTo>
                  <a:pt x="1345225" y="152728"/>
                </a:lnTo>
                <a:lnTo>
                  <a:pt x="1340167" y="147671"/>
                </a:lnTo>
                <a:lnTo>
                  <a:pt x="1334099" y="144637"/>
                </a:lnTo>
                <a:lnTo>
                  <a:pt x="1328030" y="142614"/>
                </a:lnTo>
                <a:lnTo>
                  <a:pt x="1320950" y="142614"/>
                </a:lnTo>
                <a:lnTo>
                  <a:pt x="1320950" y="142614"/>
                </a:lnTo>
                <a:lnTo>
                  <a:pt x="1314881" y="142614"/>
                </a:lnTo>
                <a:lnTo>
                  <a:pt x="1307801" y="144637"/>
                </a:lnTo>
                <a:lnTo>
                  <a:pt x="1301732" y="147671"/>
                </a:lnTo>
                <a:lnTo>
                  <a:pt x="1296675" y="152728"/>
                </a:lnTo>
                <a:lnTo>
                  <a:pt x="1210702" y="238701"/>
                </a:lnTo>
                <a:lnTo>
                  <a:pt x="1210702" y="238701"/>
                </a:lnTo>
                <a:lnTo>
                  <a:pt x="1205645" y="243759"/>
                </a:lnTo>
                <a:lnTo>
                  <a:pt x="1199576" y="246793"/>
                </a:lnTo>
                <a:lnTo>
                  <a:pt x="1193508" y="249827"/>
                </a:lnTo>
                <a:lnTo>
                  <a:pt x="1186427" y="250839"/>
                </a:lnTo>
                <a:lnTo>
                  <a:pt x="1180359" y="251850"/>
                </a:lnTo>
                <a:lnTo>
                  <a:pt x="1173279" y="250839"/>
                </a:lnTo>
                <a:lnTo>
                  <a:pt x="1167210" y="249827"/>
                </a:lnTo>
                <a:lnTo>
                  <a:pt x="1161141" y="246793"/>
                </a:lnTo>
                <a:lnTo>
                  <a:pt x="1161141" y="246793"/>
                </a:lnTo>
                <a:lnTo>
                  <a:pt x="1136866" y="234656"/>
                </a:lnTo>
                <a:lnTo>
                  <a:pt x="1111580" y="223530"/>
                </a:lnTo>
                <a:lnTo>
                  <a:pt x="1085283" y="214427"/>
                </a:lnTo>
                <a:lnTo>
                  <a:pt x="1059997" y="205324"/>
                </a:lnTo>
                <a:lnTo>
                  <a:pt x="1059997" y="205324"/>
                </a:lnTo>
                <a:lnTo>
                  <a:pt x="1052916" y="202289"/>
                </a:lnTo>
                <a:lnTo>
                  <a:pt x="1047859" y="199255"/>
                </a:lnTo>
                <a:lnTo>
                  <a:pt x="1042802" y="195209"/>
                </a:lnTo>
                <a:lnTo>
                  <a:pt x="1038756" y="190152"/>
                </a:lnTo>
                <a:lnTo>
                  <a:pt x="1034710" y="184083"/>
                </a:lnTo>
                <a:lnTo>
                  <a:pt x="1032687" y="178015"/>
                </a:lnTo>
                <a:lnTo>
                  <a:pt x="1030665" y="171946"/>
                </a:lnTo>
                <a:lnTo>
                  <a:pt x="1030665" y="164866"/>
                </a:lnTo>
                <a:lnTo>
                  <a:pt x="1030665" y="41469"/>
                </a:lnTo>
                <a:lnTo>
                  <a:pt x="1030665" y="41469"/>
                </a:lnTo>
                <a:lnTo>
                  <a:pt x="1029653" y="35401"/>
                </a:lnTo>
                <a:lnTo>
                  <a:pt x="1027630" y="28321"/>
                </a:lnTo>
                <a:lnTo>
                  <a:pt x="1024596" y="23263"/>
                </a:lnTo>
                <a:lnTo>
                  <a:pt x="1020550" y="18206"/>
                </a:lnTo>
                <a:lnTo>
                  <a:pt x="1015493" y="13149"/>
                </a:lnTo>
                <a:lnTo>
                  <a:pt x="1009424" y="10115"/>
                </a:lnTo>
                <a:lnTo>
                  <a:pt x="1003355" y="8092"/>
                </a:lnTo>
                <a:lnTo>
                  <a:pt x="996275" y="8092"/>
                </a:lnTo>
                <a:lnTo>
                  <a:pt x="707001" y="8092"/>
                </a:lnTo>
                <a:lnTo>
                  <a:pt x="707001" y="8092"/>
                </a:lnTo>
                <a:lnTo>
                  <a:pt x="699921" y="8092"/>
                </a:lnTo>
                <a:lnTo>
                  <a:pt x="693853" y="10115"/>
                </a:lnTo>
                <a:lnTo>
                  <a:pt x="687784" y="13149"/>
                </a:lnTo>
                <a:lnTo>
                  <a:pt x="682727" y="18206"/>
                </a:lnTo>
                <a:lnTo>
                  <a:pt x="678681" y="23263"/>
                </a:lnTo>
                <a:lnTo>
                  <a:pt x="675647" y="28321"/>
                </a:lnTo>
                <a:lnTo>
                  <a:pt x="673624" y="35401"/>
                </a:lnTo>
                <a:lnTo>
                  <a:pt x="672612" y="41469"/>
                </a:lnTo>
                <a:lnTo>
                  <a:pt x="672612" y="164866"/>
                </a:lnTo>
                <a:lnTo>
                  <a:pt x="672612" y="164866"/>
                </a:lnTo>
                <a:lnTo>
                  <a:pt x="671601" y="171946"/>
                </a:lnTo>
                <a:lnTo>
                  <a:pt x="670589" y="178015"/>
                </a:lnTo>
                <a:lnTo>
                  <a:pt x="667555" y="184083"/>
                </a:lnTo>
                <a:lnTo>
                  <a:pt x="664521" y="190152"/>
                </a:lnTo>
                <a:lnTo>
                  <a:pt x="660475" y="195209"/>
                </a:lnTo>
                <a:lnTo>
                  <a:pt x="655418" y="199255"/>
                </a:lnTo>
                <a:lnTo>
                  <a:pt x="649349" y="202289"/>
                </a:lnTo>
                <a:lnTo>
                  <a:pt x="643280" y="205324"/>
                </a:lnTo>
                <a:lnTo>
                  <a:pt x="643280" y="205324"/>
                </a:lnTo>
                <a:lnTo>
                  <a:pt x="616983" y="214427"/>
                </a:lnTo>
                <a:lnTo>
                  <a:pt x="591697" y="223530"/>
                </a:lnTo>
                <a:lnTo>
                  <a:pt x="566410" y="234656"/>
                </a:lnTo>
                <a:lnTo>
                  <a:pt x="542136" y="246793"/>
                </a:lnTo>
                <a:lnTo>
                  <a:pt x="542136" y="246793"/>
                </a:lnTo>
                <a:lnTo>
                  <a:pt x="535055" y="249827"/>
                </a:lnTo>
                <a:lnTo>
                  <a:pt x="528987" y="250839"/>
                </a:lnTo>
                <a:lnTo>
                  <a:pt x="522918" y="251850"/>
                </a:lnTo>
                <a:lnTo>
                  <a:pt x="515838" y="250839"/>
                </a:lnTo>
                <a:lnTo>
                  <a:pt x="509769" y="249827"/>
                </a:lnTo>
                <a:lnTo>
                  <a:pt x="503701" y="246793"/>
                </a:lnTo>
                <a:lnTo>
                  <a:pt x="497632" y="243759"/>
                </a:lnTo>
                <a:lnTo>
                  <a:pt x="492575" y="238701"/>
                </a:lnTo>
                <a:lnTo>
                  <a:pt x="405590" y="152728"/>
                </a:lnTo>
                <a:lnTo>
                  <a:pt x="405590" y="152728"/>
                </a:lnTo>
                <a:lnTo>
                  <a:pt x="400533" y="147671"/>
                </a:lnTo>
                <a:lnTo>
                  <a:pt x="394464" y="144637"/>
                </a:lnTo>
                <a:lnTo>
                  <a:pt x="388396" y="142614"/>
                </a:lnTo>
                <a:lnTo>
                  <a:pt x="381316" y="142614"/>
                </a:lnTo>
                <a:lnTo>
                  <a:pt x="381316" y="142614"/>
                </a:lnTo>
                <a:lnTo>
                  <a:pt x="375247" y="142614"/>
                </a:lnTo>
                <a:lnTo>
                  <a:pt x="369178" y="144637"/>
                </a:lnTo>
                <a:lnTo>
                  <a:pt x="363109" y="147671"/>
                </a:lnTo>
                <a:lnTo>
                  <a:pt x="358052" y="152728"/>
                </a:lnTo>
                <a:lnTo>
                  <a:pt x="152728" y="357040"/>
                </a:lnTo>
                <a:lnTo>
                  <a:pt x="152728" y="357040"/>
                </a:lnTo>
                <a:lnTo>
                  <a:pt x="148683" y="362098"/>
                </a:lnTo>
                <a:lnTo>
                  <a:pt x="145648" y="368166"/>
                </a:lnTo>
                <a:lnTo>
                  <a:pt x="143625" y="374235"/>
                </a:lnTo>
                <a:lnTo>
                  <a:pt x="142614" y="381315"/>
                </a:lnTo>
                <a:lnTo>
                  <a:pt x="143625" y="387384"/>
                </a:lnTo>
                <a:lnTo>
                  <a:pt x="145648" y="393453"/>
                </a:lnTo>
                <a:lnTo>
                  <a:pt x="148683" y="399521"/>
                </a:lnTo>
                <a:lnTo>
                  <a:pt x="152728" y="405590"/>
                </a:lnTo>
                <a:lnTo>
                  <a:pt x="239713" y="491563"/>
                </a:lnTo>
                <a:lnTo>
                  <a:pt x="239713" y="491563"/>
                </a:lnTo>
                <a:lnTo>
                  <a:pt x="243759" y="496620"/>
                </a:lnTo>
                <a:lnTo>
                  <a:pt x="247804" y="502689"/>
                </a:lnTo>
                <a:lnTo>
                  <a:pt x="249827" y="508757"/>
                </a:lnTo>
                <a:lnTo>
                  <a:pt x="251850" y="514826"/>
                </a:lnTo>
                <a:lnTo>
                  <a:pt x="252862" y="521906"/>
                </a:lnTo>
                <a:lnTo>
                  <a:pt x="251850" y="527975"/>
                </a:lnTo>
                <a:lnTo>
                  <a:pt x="250839" y="535055"/>
                </a:lnTo>
                <a:lnTo>
                  <a:pt x="247804" y="541124"/>
                </a:lnTo>
                <a:lnTo>
                  <a:pt x="247804" y="541124"/>
                </a:lnTo>
                <a:lnTo>
                  <a:pt x="235667" y="565398"/>
                </a:lnTo>
                <a:lnTo>
                  <a:pt x="224541" y="590684"/>
                </a:lnTo>
                <a:lnTo>
                  <a:pt x="214427" y="616982"/>
                </a:lnTo>
                <a:lnTo>
                  <a:pt x="205324" y="642268"/>
                </a:lnTo>
                <a:lnTo>
                  <a:pt x="205324" y="642268"/>
                </a:lnTo>
                <a:lnTo>
                  <a:pt x="203301" y="648337"/>
                </a:lnTo>
                <a:lnTo>
                  <a:pt x="199255" y="654406"/>
                </a:lnTo>
                <a:lnTo>
                  <a:pt x="195209" y="659463"/>
                </a:lnTo>
                <a:lnTo>
                  <a:pt x="190152" y="663509"/>
                </a:lnTo>
                <a:lnTo>
                  <a:pt x="185095" y="667554"/>
                </a:lnTo>
                <a:lnTo>
                  <a:pt x="179026" y="669577"/>
                </a:lnTo>
                <a:lnTo>
                  <a:pt x="172957" y="671600"/>
                </a:lnTo>
                <a:lnTo>
                  <a:pt x="165877" y="671600"/>
                </a:lnTo>
                <a:lnTo>
                  <a:pt x="42481" y="671600"/>
                </a:lnTo>
                <a:lnTo>
                  <a:pt x="42481" y="671600"/>
                </a:lnTo>
                <a:lnTo>
                  <a:pt x="35401" y="672612"/>
                </a:lnTo>
                <a:lnTo>
                  <a:pt x="29332" y="674635"/>
                </a:lnTo>
                <a:lnTo>
                  <a:pt x="23263" y="677669"/>
                </a:lnTo>
                <a:lnTo>
                  <a:pt x="18206" y="681715"/>
                </a:lnTo>
                <a:lnTo>
                  <a:pt x="14160" y="686772"/>
                </a:lnTo>
                <a:lnTo>
                  <a:pt x="11126" y="692841"/>
                </a:lnTo>
                <a:lnTo>
                  <a:pt x="9103" y="698909"/>
                </a:lnTo>
                <a:lnTo>
                  <a:pt x="8092" y="705989"/>
                </a:lnTo>
                <a:lnTo>
                  <a:pt x="8092" y="995263"/>
                </a:lnTo>
                <a:lnTo>
                  <a:pt x="8092" y="995263"/>
                </a:lnTo>
                <a:lnTo>
                  <a:pt x="9103" y="1002343"/>
                </a:lnTo>
                <a:lnTo>
                  <a:pt x="11126" y="1008412"/>
                </a:lnTo>
                <a:lnTo>
                  <a:pt x="14160" y="1014480"/>
                </a:lnTo>
                <a:lnTo>
                  <a:pt x="18206" y="1019538"/>
                </a:lnTo>
                <a:lnTo>
                  <a:pt x="23263" y="1023583"/>
                </a:lnTo>
                <a:lnTo>
                  <a:pt x="29332" y="1026618"/>
                </a:lnTo>
                <a:lnTo>
                  <a:pt x="35401" y="1028641"/>
                </a:lnTo>
                <a:lnTo>
                  <a:pt x="42481" y="1029652"/>
                </a:lnTo>
                <a:lnTo>
                  <a:pt x="165877" y="1029652"/>
                </a:lnTo>
                <a:lnTo>
                  <a:pt x="165877" y="1029652"/>
                </a:lnTo>
                <a:lnTo>
                  <a:pt x="172957" y="1029652"/>
                </a:lnTo>
                <a:lnTo>
                  <a:pt x="179026" y="1031675"/>
                </a:lnTo>
                <a:lnTo>
                  <a:pt x="185095" y="1033698"/>
                </a:lnTo>
                <a:lnTo>
                  <a:pt x="190152" y="1037744"/>
                </a:lnTo>
                <a:lnTo>
                  <a:pt x="195209" y="1041789"/>
                </a:lnTo>
                <a:lnTo>
                  <a:pt x="199255" y="1046847"/>
                </a:lnTo>
                <a:lnTo>
                  <a:pt x="203301" y="1052915"/>
                </a:lnTo>
                <a:lnTo>
                  <a:pt x="205324" y="1058984"/>
                </a:lnTo>
                <a:lnTo>
                  <a:pt x="205324" y="1058984"/>
                </a:lnTo>
                <a:lnTo>
                  <a:pt x="214427" y="1085282"/>
                </a:lnTo>
                <a:lnTo>
                  <a:pt x="224541" y="1110568"/>
                </a:lnTo>
                <a:lnTo>
                  <a:pt x="235667" y="1135854"/>
                </a:lnTo>
                <a:lnTo>
                  <a:pt x="247804" y="1160129"/>
                </a:lnTo>
                <a:lnTo>
                  <a:pt x="247804" y="1160129"/>
                </a:lnTo>
                <a:lnTo>
                  <a:pt x="250839" y="1166197"/>
                </a:lnTo>
                <a:lnTo>
                  <a:pt x="251850" y="1173277"/>
                </a:lnTo>
                <a:lnTo>
                  <a:pt x="252862" y="1179346"/>
                </a:lnTo>
                <a:lnTo>
                  <a:pt x="251850" y="1186426"/>
                </a:lnTo>
                <a:lnTo>
                  <a:pt x="249827" y="1192495"/>
                </a:lnTo>
                <a:lnTo>
                  <a:pt x="247804" y="1198564"/>
                </a:lnTo>
                <a:lnTo>
                  <a:pt x="243759" y="1204632"/>
                </a:lnTo>
                <a:lnTo>
                  <a:pt x="239713" y="1209689"/>
                </a:lnTo>
                <a:lnTo>
                  <a:pt x="152728" y="1296674"/>
                </a:lnTo>
                <a:lnTo>
                  <a:pt x="152728" y="1296674"/>
                </a:lnTo>
                <a:lnTo>
                  <a:pt x="148683" y="1301731"/>
                </a:lnTo>
                <a:lnTo>
                  <a:pt x="145648" y="1307800"/>
                </a:lnTo>
                <a:lnTo>
                  <a:pt x="143625" y="1313868"/>
                </a:lnTo>
                <a:lnTo>
                  <a:pt x="142614" y="1319937"/>
                </a:lnTo>
                <a:lnTo>
                  <a:pt x="143625" y="1327017"/>
                </a:lnTo>
                <a:lnTo>
                  <a:pt x="145648" y="1333086"/>
                </a:lnTo>
                <a:lnTo>
                  <a:pt x="148683" y="1339155"/>
                </a:lnTo>
                <a:lnTo>
                  <a:pt x="152728" y="1344212"/>
                </a:lnTo>
                <a:lnTo>
                  <a:pt x="358052" y="1549535"/>
                </a:lnTo>
                <a:lnTo>
                  <a:pt x="358052" y="1549535"/>
                </a:lnTo>
                <a:lnTo>
                  <a:pt x="363109" y="1553581"/>
                </a:lnTo>
                <a:lnTo>
                  <a:pt x="369178" y="1556615"/>
                </a:lnTo>
                <a:lnTo>
                  <a:pt x="375247" y="1558638"/>
                </a:lnTo>
                <a:lnTo>
                  <a:pt x="381316" y="1558638"/>
                </a:lnTo>
                <a:lnTo>
                  <a:pt x="381316" y="1558638"/>
                </a:lnTo>
                <a:lnTo>
                  <a:pt x="388396" y="1558638"/>
                </a:lnTo>
                <a:lnTo>
                  <a:pt x="394464" y="1556615"/>
                </a:lnTo>
                <a:lnTo>
                  <a:pt x="400533" y="1553581"/>
                </a:lnTo>
                <a:lnTo>
                  <a:pt x="405590" y="1549535"/>
                </a:lnTo>
                <a:lnTo>
                  <a:pt x="492575" y="1462551"/>
                </a:lnTo>
                <a:lnTo>
                  <a:pt x="492575" y="1462551"/>
                </a:lnTo>
                <a:lnTo>
                  <a:pt x="499655" y="1457494"/>
                </a:lnTo>
                <a:lnTo>
                  <a:pt x="506735" y="1453448"/>
                </a:lnTo>
                <a:lnTo>
                  <a:pt x="514827" y="1450414"/>
                </a:lnTo>
                <a:lnTo>
                  <a:pt x="522918" y="1449402"/>
                </a:lnTo>
                <a:lnTo>
                  <a:pt x="522918" y="1449402"/>
                </a:lnTo>
                <a:close/>
                <a:moveTo>
                  <a:pt x="851638" y="1275433"/>
                </a:moveTo>
                <a:lnTo>
                  <a:pt x="851638" y="1275433"/>
                </a:lnTo>
                <a:lnTo>
                  <a:pt x="829387" y="1274422"/>
                </a:lnTo>
                <a:lnTo>
                  <a:pt x="808146" y="1273411"/>
                </a:lnTo>
                <a:lnTo>
                  <a:pt x="786906" y="1270376"/>
                </a:lnTo>
                <a:lnTo>
                  <a:pt x="765665" y="1266330"/>
                </a:lnTo>
                <a:lnTo>
                  <a:pt x="745436" y="1262285"/>
                </a:lnTo>
                <a:lnTo>
                  <a:pt x="725208" y="1256216"/>
                </a:lnTo>
                <a:lnTo>
                  <a:pt x="705990" y="1249136"/>
                </a:lnTo>
                <a:lnTo>
                  <a:pt x="686773" y="1242056"/>
                </a:lnTo>
                <a:lnTo>
                  <a:pt x="667555" y="1232953"/>
                </a:lnTo>
                <a:lnTo>
                  <a:pt x="649349" y="1223850"/>
                </a:lnTo>
                <a:lnTo>
                  <a:pt x="631143" y="1213735"/>
                </a:lnTo>
                <a:lnTo>
                  <a:pt x="613948" y="1202609"/>
                </a:lnTo>
                <a:lnTo>
                  <a:pt x="597765" y="1190472"/>
                </a:lnTo>
                <a:lnTo>
                  <a:pt x="581582" y="1178335"/>
                </a:lnTo>
                <a:lnTo>
                  <a:pt x="566410" y="1165186"/>
                </a:lnTo>
                <a:lnTo>
                  <a:pt x="551239" y="1151026"/>
                </a:lnTo>
                <a:lnTo>
                  <a:pt x="537078" y="1135854"/>
                </a:lnTo>
                <a:lnTo>
                  <a:pt x="523930" y="1120682"/>
                </a:lnTo>
                <a:lnTo>
                  <a:pt x="511792" y="1104499"/>
                </a:lnTo>
                <a:lnTo>
                  <a:pt x="499655" y="1088316"/>
                </a:lnTo>
                <a:lnTo>
                  <a:pt x="488529" y="1071121"/>
                </a:lnTo>
                <a:lnTo>
                  <a:pt x="478414" y="1052915"/>
                </a:lnTo>
                <a:lnTo>
                  <a:pt x="469311" y="1034709"/>
                </a:lnTo>
                <a:lnTo>
                  <a:pt x="460208" y="1015492"/>
                </a:lnTo>
                <a:lnTo>
                  <a:pt x="453128" y="996274"/>
                </a:lnTo>
                <a:lnTo>
                  <a:pt x="446048" y="977057"/>
                </a:lnTo>
                <a:lnTo>
                  <a:pt x="439979" y="956828"/>
                </a:lnTo>
                <a:lnTo>
                  <a:pt x="435934" y="936599"/>
                </a:lnTo>
                <a:lnTo>
                  <a:pt x="431888" y="915359"/>
                </a:lnTo>
                <a:lnTo>
                  <a:pt x="428854" y="894118"/>
                </a:lnTo>
                <a:lnTo>
                  <a:pt x="427842" y="872878"/>
                </a:lnTo>
                <a:lnTo>
                  <a:pt x="426831" y="850626"/>
                </a:lnTo>
                <a:lnTo>
                  <a:pt x="426831" y="850626"/>
                </a:lnTo>
                <a:lnTo>
                  <a:pt x="427842" y="829386"/>
                </a:lnTo>
                <a:lnTo>
                  <a:pt x="428854" y="807134"/>
                </a:lnTo>
                <a:lnTo>
                  <a:pt x="431888" y="785894"/>
                </a:lnTo>
                <a:lnTo>
                  <a:pt x="435934" y="765665"/>
                </a:lnTo>
                <a:lnTo>
                  <a:pt x="439979" y="744424"/>
                </a:lnTo>
                <a:lnTo>
                  <a:pt x="446048" y="724195"/>
                </a:lnTo>
                <a:lnTo>
                  <a:pt x="453128" y="704978"/>
                </a:lnTo>
                <a:lnTo>
                  <a:pt x="460208" y="685760"/>
                </a:lnTo>
                <a:lnTo>
                  <a:pt x="469311" y="666543"/>
                </a:lnTo>
                <a:lnTo>
                  <a:pt x="478414" y="648337"/>
                </a:lnTo>
                <a:lnTo>
                  <a:pt x="488529" y="631142"/>
                </a:lnTo>
                <a:lnTo>
                  <a:pt x="499655" y="613948"/>
                </a:lnTo>
                <a:lnTo>
                  <a:pt x="511792" y="596753"/>
                </a:lnTo>
                <a:lnTo>
                  <a:pt x="523930" y="580570"/>
                </a:lnTo>
                <a:lnTo>
                  <a:pt x="537078" y="565398"/>
                </a:lnTo>
                <a:lnTo>
                  <a:pt x="551239" y="550227"/>
                </a:lnTo>
                <a:lnTo>
                  <a:pt x="566410" y="537078"/>
                </a:lnTo>
                <a:lnTo>
                  <a:pt x="581582" y="522918"/>
                </a:lnTo>
                <a:lnTo>
                  <a:pt x="597765" y="510780"/>
                </a:lnTo>
                <a:lnTo>
                  <a:pt x="613948" y="498643"/>
                </a:lnTo>
                <a:lnTo>
                  <a:pt x="631143" y="487517"/>
                </a:lnTo>
                <a:lnTo>
                  <a:pt x="649349" y="477403"/>
                </a:lnTo>
                <a:lnTo>
                  <a:pt x="667555" y="468300"/>
                </a:lnTo>
                <a:lnTo>
                  <a:pt x="686773" y="459197"/>
                </a:lnTo>
                <a:lnTo>
                  <a:pt x="705990" y="452116"/>
                </a:lnTo>
                <a:lnTo>
                  <a:pt x="725208" y="445036"/>
                </a:lnTo>
                <a:lnTo>
                  <a:pt x="745436" y="439979"/>
                </a:lnTo>
                <a:lnTo>
                  <a:pt x="765665" y="434922"/>
                </a:lnTo>
                <a:lnTo>
                  <a:pt x="786906" y="430876"/>
                </a:lnTo>
                <a:lnTo>
                  <a:pt x="808146" y="428853"/>
                </a:lnTo>
                <a:lnTo>
                  <a:pt x="829387" y="426830"/>
                </a:lnTo>
                <a:lnTo>
                  <a:pt x="851638" y="425819"/>
                </a:lnTo>
                <a:lnTo>
                  <a:pt x="851638" y="425819"/>
                </a:lnTo>
                <a:lnTo>
                  <a:pt x="872879" y="426830"/>
                </a:lnTo>
                <a:lnTo>
                  <a:pt x="895131" y="428853"/>
                </a:lnTo>
                <a:lnTo>
                  <a:pt x="916371" y="430876"/>
                </a:lnTo>
                <a:lnTo>
                  <a:pt x="936600" y="434922"/>
                </a:lnTo>
                <a:lnTo>
                  <a:pt x="957840" y="439979"/>
                </a:lnTo>
                <a:lnTo>
                  <a:pt x="977058" y="445036"/>
                </a:lnTo>
                <a:lnTo>
                  <a:pt x="997287" y="452116"/>
                </a:lnTo>
                <a:lnTo>
                  <a:pt x="1016504" y="459197"/>
                </a:lnTo>
                <a:lnTo>
                  <a:pt x="1035722" y="468300"/>
                </a:lnTo>
                <a:lnTo>
                  <a:pt x="1053928" y="477403"/>
                </a:lnTo>
                <a:lnTo>
                  <a:pt x="1071122" y="487517"/>
                </a:lnTo>
                <a:lnTo>
                  <a:pt x="1088317" y="498643"/>
                </a:lnTo>
                <a:lnTo>
                  <a:pt x="1105512" y="510780"/>
                </a:lnTo>
                <a:lnTo>
                  <a:pt x="1121695" y="522918"/>
                </a:lnTo>
                <a:lnTo>
                  <a:pt x="1136866" y="537078"/>
                </a:lnTo>
                <a:lnTo>
                  <a:pt x="1151027" y="550227"/>
                </a:lnTo>
                <a:lnTo>
                  <a:pt x="1165187" y="565398"/>
                </a:lnTo>
                <a:lnTo>
                  <a:pt x="1179347" y="580570"/>
                </a:lnTo>
                <a:lnTo>
                  <a:pt x="1191485" y="596753"/>
                </a:lnTo>
                <a:lnTo>
                  <a:pt x="1203622" y="613948"/>
                </a:lnTo>
                <a:lnTo>
                  <a:pt x="1214748" y="631142"/>
                </a:lnTo>
                <a:lnTo>
                  <a:pt x="1224862" y="648337"/>
                </a:lnTo>
                <a:lnTo>
                  <a:pt x="1233965" y="666543"/>
                </a:lnTo>
                <a:lnTo>
                  <a:pt x="1242057" y="685760"/>
                </a:lnTo>
                <a:lnTo>
                  <a:pt x="1250149" y="704978"/>
                </a:lnTo>
                <a:lnTo>
                  <a:pt x="1257229" y="724195"/>
                </a:lnTo>
                <a:lnTo>
                  <a:pt x="1262286" y="744424"/>
                </a:lnTo>
                <a:lnTo>
                  <a:pt x="1267343" y="765665"/>
                </a:lnTo>
                <a:lnTo>
                  <a:pt x="1271389" y="785894"/>
                </a:lnTo>
                <a:lnTo>
                  <a:pt x="1273412" y="807134"/>
                </a:lnTo>
                <a:lnTo>
                  <a:pt x="1275435" y="829386"/>
                </a:lnTo>
                <a:lnTo>
                  <a:pt x="1275435" y="850626"/>
                </a:lnTo>
                <a:lnTo>
                  <a:pt x="1275435" y="850626"/>
                </a:lnTo>
                <a:lnTo>
                  <a:pt x="1275435" y="872878"/>
                </a:lnTo>
                <a:lnTo>
                  <a:pt x="1273412" y="894118"/>
                </a:lnTo>
                <a:lnTo>
                  <a:pt x="1271389" y="915359"/>
                </a:lnTo>
                <a:lnTo>
                  <a:pt x="1267343" y="936599"/>
                </a:lnTo>
                <a:lnTo>
                  <a:pt x="1262286" y="956828"/>
                </a:lnTo>
                <a:lnTo>
                  <a:pt x="1257229" y="977057"/>
                </a:lnTo>
                <a:lnTo>
                  <a:pt x="1250149" y="996274"/>
                </a:lnTo>
                <a:lnTo>
                  <a:pt x="1242057" y="1015492"/>
                </a:lnTo>
                <a:lnTo>
                  <a:pt x="1233965" y="1034709"/>
                </a:lnTo>
                <a:lnTo>
                  <a:pt x="1224862" y="1052915"/>
                </a:lnTo>
                <a:lnTo>
                  <a:pt x="1214748" y="1071121"/>
                </a:lnTo>
                <a:lnTo>
                  <a:pt x="1203622" y="1088316"/>
                </a:lnTo>
                <a:lnTo>
                  <a:pt x="1191485" y="1104499"/>
                </a:lnTo>
                <a:lnTo>
                  <a:pt x="1179347" y="1120682"/>
                </a:lnTo>
                <a:lnTo>
                  <a:pt x="1165187" y="1135854"/>
                </a:lnTo>
                <a:lnTo>
                  <a:pt x="1151027" y="1151026"/>
                </a:lnTo>
                <a:lnTo>
                  <a:pt x="1136866" y="1165186"/>
                </a:lnTo>
                <a:lnTo>
                  <a:pt x="1121695" y="1178335"/>
                </a:lnTo>
                <a:lnTo>
                  <a:pt x="1105512" y="1190472"/>
                </a:lnTo>
                <a:lnTo>
                  <a:pt x="1088317" y="1202609"/>
                </a:lnTo>
                <a:lnTo>
                  <a:pt x="1071122" y="1213735"/>
                </a:lnTo>
                <a:lnTo>
                  <a:pt x="1053928" y="1223850"/>
                </a:lnTo>
                <a:lnTo>
                  <a:pt x="1035722" y="1232953"/>
                </a:lnTo>
                <a:lnTo>
                  <a:pt x="1016504" y="1242056"/>
                </a:lnTo>
                <a:lnTo>
                  <a:pt x="997287" y="1249136"/>
                </a:lnTo>
                <a:lnTo>
                  <a:pt x="977058" y="1256216"/>
                </a:lnTo>
                <a:lnTo>
                  <a:pt x="957840" y="1262285"/>
                </a:lnTo>
                <a:lnTo>
                  <a:pt x="936600" y="1266330"/>
                </a:lnTo>
                <a:lnTo>
                  <a:pt x="916371" y="1270376"/>
                </a:lnTo>
                <a:lnTo>
                  <a:pt x="895131" y="1273411"/>
                </a:lnTo>
                <a:lnTo>
                  <a:pt x="872879" y="1274422"/>
                </a:lnTo>
                <a:lnTo>
                  <a:pt x="851638" y="1275433"/>
                </a:lnTo>
                <a:lnTo>
                  <a:pt x="851638" y="1275433"/>
                </a:lnTo>
                <a:close/>
                <a:moveTo>
                  <a:pt x="851638" y="433910"/>
                </a:moveTo>
                <a:lnTo>
                  <a:pt x="851638" y="433910"/>
                </a:lnTo>
                <a:lnTo>
                  <a:pt x="830398" y="434922"/>
                </a:lnTo>
                <a:lnTo>
                  <a:pt x="809158" y="436945"/>
                </a:lnTo>
                <a:lnTo>
                  <a:pt x="787917" y="438968"/>
                </a:lnTo>
                <a:lnTo>
                  <a:pt x="767688" y="443013"/>
                </a:lnTo>
                <a:lnTo>
                  <a:pt x="747459" y="447059"/>
                </a:lnTo>
                <a:lnTo>
                  <a:pt x="727230" y="453128"/>
                </a:lnTo>
                <a:lnTo>
                  <a:pt x="708013" y="459197"/>
                </a:lnTo>
                <a:lnTo>
                  <a:pt x="689807" y="467288"/>
                </a:lnTo>
                <a:lnTo>
                  <a:pt x="670589" y="475380"/>
                </a:lnTo>
                <a:lnTo>
                  <a:pt x="653395" y="484483"/>
                </a:lnTo>
                <a:lnTo>
                  <a:pt x="635189" y="494597"/>
                </a:lnTo>
                <a:lnTo>
                  <a:pt x="619006" y="505723"/>
                </a:lnTo>
                <a:lnTo>
                  <a:pt x="602822" y="516849"/>
                </a:lnTo>
                <a:lnTo>
                  <a:pt x="586639" y="529998"/>
                </a:lnTo>
                <a:lnTo>
                  <a:pt x="571468" y="542135"/>
                </a:lnTo>
                <a:lnTo>
                  <a:pt x="557307" y="556295"/>
                </a:lnTo>
                <a:lnTo>
                  <a:pt x="543147" y="570456"/>
                </a:lnTo>
                <a:lnTo>
                  <a:pt x="529998" y="585627"/>
                </a:lnTo>
                <a:lnTo>
                  <a:pt x="517861" y="601810"/>
                </a:lnTo>
                <a:lnTo>
                  <a:pt x="505724" y="617994"/>
                </a:lnTo>
                <a:lnTo>
                  <a:pt x="495609" y="635188"/>
                </a:lnTo>
                <a:lnTo>
                  <a:pt x="485495" y="652383"/>
                </a:lnTo>
                <a:lnTo>
                  <a:pt x="476392" y="670589"/>
                </a:lnTo>
                <a:lnTo>
                  <a:pt x="467289" y="688795"/>
                </a:lnTo>
                <a:lnTo>
                  <a:pt x="460208" y="708012"/>
                </a:lnTo>
                <a:lnTo>
                  <a:pt x="454140" y="727230"/>
                </a:lnTo>
                <a:lnTo>
                  <a:pt x="448071" y="746447"/>
                </a:lnTo>
                <a:lnTo>
                  <a:pt x="443014" y="766676"/>
                </a:lnTo>
                <a:lnTo>
                  <a:pt x="439979" y="786905"/>
                </a:lnTo>
                <a:lnTo>
                  <a:pt x="436945" y="808145"/>
                </a:lnTo>
                <a:lnTo>
                  <a:pt x="435934" y="829386"/>
                </a:lnTo>
                <a:lnTo>
                  <a:pt x="434922" y="850626"/>
                </a:lnTo>
                <a:lnTo>
                  <a:pt x="434922" y="850626"/>
                </a:lnTo>
                <a:lnTo>
                  <a:pt x="435934" y="871866"/>
                </a:lnTo>
                <a:lnTo>
                  <a:pt x="436945" y="893107"/>
                </a:lnTo>
                <a:lnTo>
                  <a:pt x="439979" y="914347"/>
                </a:lnTo>
                <a:lnTo>
                  <a:pt x="443014" y="934576"/>
                </a:lnTo>
                <a:lnTo>
                  <a:pt x="448071" y="954805"/>
                </a:lnTo>
                <a:lnTo>
                  <a:pt x="454140" y="974023"/>
                </a:lnTo>
                <a:lnTo>
                  <a:pt x="460208" y="994251"/>
                </a:lnTo>
                <a:lnTo>
                  <a:pt x="467289" y="1012457"/>
                </a:lnTo>
                <a:lnTo>
                  <a:pt x="476392" y="1030663"/>
                </a:lnTo>
                <a:lnTo>
                  <a:pt x="485495" y="1048870"/>
                </a:lnTo>
                <a:lnTo>
                  <a:pt x="495609" y="1066064"/>
                </a:lnTo>
                <a:lnTo>
                  <a:pt x="505724" y="1083259"/>
                </a:lnTo>
                <a:lnTo>
                  <a:pt x="517861" y="1099442"/>
                </a:lnTo>
                <a:lnTo>
                  <a:pt x="529998" y="1115625"/>
                </a:lnTo>
                <a:lnTo>
                  <a:pt x="543147" y="1130797"/>
                </a:lnTo>
                <a:lnTo>
                  <a:pt x="557307" y="1144957"/>
                </a:lnTo>
                <a:lnTo>
                  <a:pt x="571468" y="1159117"/>
                </a:lnTo>
                <a:lnTo>
                  <a:pt x="586639" y="1172266"/>
                </a:lnTo>
                <a:lnTo>
                  <a:pt x="602822" y="1184403"/>
                </a:lnTo>
                <a:lnTo>
                  <a:pt x="619006" y="1195529"/>
                </a:lnTo>
                <a:lnTo>
                  <a:pt x="635189" y="1206655"/>
                </a:lnTo>
                <a:lnTo>
                  <a:pt x="653395" y="1216770"/>
                </a:lnTo>
                <a:lnTo>
                  <a:pt x="670589" y="1225873"/>
                </a:lnTo>
                <a:lnTo>
                  <a:pt x="689807" y="1233964"/>
                </a:lnTo>
                <a:lnTo>
                  <a:pt x="708013" y="1242056"/>
                </a:lnTo>
                <a:lnTo>
                  <a:pt x="727230" y="1248124"/>
                </a:lnTo>
                <a:lnTo>
                  <a:pt x="747459" y="1254193"/>
                </a:lnTo>
                <a:lnTo>
                  <a:pt x="767688" y="1258239"/>
                </a:lnTo>
                <a:lnTo>
                  <a:pt x="787917" y="1262285"/>
                </a:lnTo>
                <a:lnTo>
                  <a:pt x="809158" y="1265319"/>
                </a:lnTo>
                <a:lnTo>
                  <a:pt x="830398" y="1266330"/>
                </a:lnTo>
                <a:lnTo>
                  <a:pt x="851638" y="1267342"/>
                </a:lnTo>
                <a:lnTo>
                  <a:pt x="851638" y="1267342"/>
                </a:lnTo>
                <a:lnTo>
                  <a:pt x="872879" y="1266330"/>
                </a:lnTo>
                <a:lnTo>
                  <a:pt x="894119" y="1265319"/>
                </a:lnTo>
                <a:lnTo>
                  <a:pt x="914348" y="1262285"/>
                </a:lnTo>
                <a:lnTo>
                  <a:pt x="935589" y="1258239"/>
                </a:lnTo>
                <a:lnTo>
                  <a:pt x="955817" y="1254193"/>
                </a:lnTo>
                <a:lnTo>
                  <a:pt x="975035" y="1248124"/>
                </a:lnTo>
                <a:lnTo>
                  <a:pt x="994252" y="1242056"/>
                </a:lnTo>
                <a:lnTo>
                  <a:pt x="1013470" y="1233964"/>
                </a:lnTo>
                <a:lnTo>
                  <a:pt x="1031676" y="1225873"/>
                </a:lnTo>
                <a:lnTo>
                  <a:pt x="1049882" y="1216770"/>
                </a:lnTo>
                <a:lnTo>
                  <a:pt x="1067077" y="1206655"/>
                </a:lnTo>
                <a:lnTo>
                  <a:pt x="1084271" y="1195529"/>
                </a:lnTo>
                <a:lnTo>
                  <a:pt x="1100454" y="1184403"/>
                </a:lnTo>
                <a:lnTo>
                  <a:pt x="1116638" y="1172266"/>
                </a:lnTo>
                <a:lnTo>
                  <a:pt x="1130798" y="1159117"/>
                </a:lnTo>
                <a:lnTo>
                  <a:pt x="1145970" y="1144957"/>
                </a:lnTo>
                <a:lnTo>
                  <a:pt x="1159118" y="1130797"/>
                </a:lnTo>
                <a:lnTo>
                  <a:pt x="1172267" y="1115625"/>
                </a:lnTo>
                <a:lnTo>
                  <a:pt x="1185416" y="1099442"/>
                </a:lnTo>
                <a:lnTo>
                  <a:pt x="1196542" y="1083259"/>
                </a:lnTo>
                <a:lnTo>
                  <a:pt x="1207668" y="1066064"/>
                </a:lnTo>
                <a:lnTo>
                  <a:pt x="1217782" y="1048870"/>
                </a:lnTo>
                <a:lnTo>
                  <a:pt x="1226885" y="1030663"/>
                </a:lnTo>
                <a:lnTo>
                  <a:pt x="1234977" y="1012457"/>
                </a:lnTo>
                <a:lnTo>
                  <a:pt x="1242057" y="994251"/>
                </a:lnTo>
                <a:lnTo>
                  <a:pt x="1249137" y="974023"/>
                </a:lnTo>
                <a:lnTo>
                  <a:pt x="1255206" y="954805"/>
                </a:lnTo>
                <a:lnTo>
                  <a:pt x="1259252" y="934576"/>
                </a:lnTo>
                <a:lnTo>
                  <a:pt x="1263297" y="914347"/>
                </a:lnTo>
                <a:lnTo>
                  <a:pt x="1265320" y="893107"/>
                </a:lnTo>
                <a:lnTo>
                  <a:pt x="1267343" y="871866"/>
                </a:lnTo>
                <a:lnTo>
                  <a:pt x="1267343" y="850626"/>
                </a:lnTo>
                <a:lnTo>
                  <a:pt x="1267343" y="850626"/>
                </a:lnTo>
                <a:lnTo>
                  <a:pt x="1267343" y="829386"/>
                </a:lnTo>
                <a:lnTo>
                  <a:pt x="1265320" y="808145"/>
                </a:lnTo>
                <a:lnTo>
                  <a:pt x="1263297" y="786905"/>
                </a:lnTo>
                <a:lnTo>
                  <a:pt x="1259252" y="766676"/>
                </a:lnTo>
                <a:lnTo>
                  <a:pt x="1255206" y="746447"/>
                </a:lnTo>
                <a:lnTo>
                  <a:pt x="1249137" y="727230"/>
                </a:lnTo>
                <a:lnTo>
                  <a:pt x="1242057" y="708012"/>
                </a:lnTo>
                <a:lnTo>
                  <a:pt x="1234977" y="688795"/>
                </a:lnTo>
                <a:lnTo>
                  <a:pt x="1226885" y="670589"/>
                </a:lnTo>
                <a:lnTo>
                  <a:pt x="1217782" y="652383"/>
                </a:lnTo>
                <a:lnTo>
                  <a:pt x="1207668" y="635188"/>
                </a:lnTo>
                <a:lnTo>
                  <a:pt x="1196542" y="617994"/>
                </a:lnTo>
                <a:lnTo>
                  <a:pt x="1185416" y="601810"/>
                </a:lnTo>
                <a:lnTo>
                  <a:pt x="1172267" y="585627"/>
                </a:lnTo>
                <a:lnTo>
                  <a:pt x="1159118" y="570456"/>
                </a:lnTo>
                <a:lnTo>
                  <a:pt x="1145970" y="556295"/>
                </a:lnTo>
                <a:lnTo>
                  <a:pt x="1130798" y="542135"/>
                </a:lnTo>
                <a:lnTo>
                  <a:pt x="1116638" y="529998"/>
                </a:lnTo>
                <a:lnTo>
                  <a:pt x="1100454" y="516849"/>
                </a:lnTo>
                <a:lnTo>
                  <a:pt x="1084271" y="505723"/>
                </a:lnTo>
                <a:lnTo>
                  <a:pt x="1067077" y="494597"/>
                </a:lnTo>
                <a:lnTo>
                  <a:pt x="1049882" y="484483"/>
                </a:lnTo>
                <a:lnTo>
                  <a:pt x="1031676" y="475380"/>
                </a:lnTo>
                <a:lnTo>
                  <a:pt x="1013470" y="467288"/>
                </a:lnTo>
                <a:lnTo>
                  <a:pt x="994252" y="459197"/>
                </a:lnTo>
                <a:lnTo>
                  <a:pt x="975035" y="453128"/>
                </a:lnTo>
                <a:lnTo>
                  <a:pt x="955817" y="447059"/>
                </a:lnTo>
                <a:lnTo>
                  <a:pt x="935589" y="443013"/>
                </a:lnTo>
                <a:lnTo>
                  <a:pt x="914348" y="438968"/>
                </a:lnTo>
                <a:lnTo>
                  <a:pt x="894119" y="436945"/>
                </a:lnTo>
                <a:lnTo>
                  <a:pt x="872879" y="434922"/>
                </a:lnTo>
                <a:lnTo>
                  <a:pt x="851638" y="433910"/>
                </a:lnTo>
                <a:lnTo>
                  <a:pt x="851638" y="433910"/>
                </a:lnTo>
                <a:close/>
              </a:path>
            </a:pathLst>
          </a:custGeom>
          <a:solidFill>
            <a:srgbClr val="D8D8D8"/>
          </a:solidFill>
          <a:ln cap="flat" cmpd="sng" w="9525">
            <a:solidFill>
              <a:srgbClr val="174D9D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4209986" y="4666575"/>
            <a:ext cx="12195396" cy="273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183515" rtl="0" algn="l">
              <a:lnSpc>
                <a:spcPct val="100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0">
                <a:solidFill>
                  <a:srgbClr val="174D9D"/>
                </a:solidFill>
                <a:latin typeface="Poppins"/>
                <a:ea typeface="Poppins"/>
                <a:cs typeface="Poppins"/>
                <a:sym typeface="Poppins"/>
              </a:rPr>
              <a:t>Сайта</a:t>
            </a:r>
            <a:r>
              <a:rPr lang="ru-RU" sz="8800">
                <a:solidFill>
                  <a:srgbClr val="52525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ru-RU" sz="8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Leonardo.ru</a:t>
            </a:r>
            <a:endParaRPr sz="8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83515" rtl="0" algn="l">
              <a:lnSpc>
                <a:spcPct val="1004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t/>
            </a:r>
            <a:endParaRPr sz="8800">
              <a:solidFill>
                <a:srgbClr val="52525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15328655" y="4996768"/>
            <a:ext cx="1272500" cy="1272750"/>
          </a:xfrm>
          <a:custGeom>
            <a:rect b="b" l="l" r="r" t="t"/>
            <a:pathLst>
              <a:path extrusionOk="0" h="1694172" w="1694174">
                <a:moveTo>
                  <a:pt x="1655739" y="663508"/>
                </a:moveTo>
                <a:lnTo>
                  <a:pt x="1532342" y="663508"/>
                </a:lnTo>
                <a:lnTo>
                  <a:pt x="1532342" y="663508"/>
                </a:lnTo>
                <a:lnTo>
                  <a:pt x="1526273" y="663508"/>
                </a:lnTo>
                <a:lnTo>
                  <a:pt x="1520205" y="661485"/>
                </a:lnTo>
                <a:lnTo>
                  <a:pt x="1515147" y="659463"/>
                </a:lnTo>
                <a:lnTo>
                  <a:pt x="1510090" y="656428"/>
                </a:lnTo>
                <a:lnTo>
                  <a:pt x="1506044" y="652382"/>
                </a:lnTo>
                <a:lnTo>
                  <a:pt x="1501999" y="648337"/>
                </a:lnTo>
                <a:lnTo>
                  <a:pt x="1498964" y="643279"/>
                </a:lnTo>
                <a:lnTo>
                  <a:pt x="1495930" y="637211"/>
                </a:lnTo>
                <a:lnTo>
                  <a:pt x="1495930" y="637211"/>
                </a:lnTo>
                <a:lnTo>
                  <a:pt x="1486827" y="610913"/>
                </a:lnTo>
                <a:lnTo>
                  <a:pt x="1476712" y="584616"/>
                </a:lnTo>
                <a:lnTo>
                  <a:pt x="1466598" y="560341"/>
                </a:lnTo>
                <a:lnTo>
                  <a:pt x="1454461" y="535055"/>
                </a:lnTo>
                <a:lnTo>
                  <a:pt x="1454461" y="535055"/>
                </a:lnTo>
                <a:lnTo>
                  <a:pt x="1451426" y="528986"/>
                </a:lnTo>
                <a:lnTo>
                  <a:pt x="1450415" y="523929"/>
                </a:lnTo>
                <a:lnTo>
                  <a:pt x="1450415" y="517860"/>
                </a:lnTo>
                <a:lnTo>
                  <a:pt x="1450415" y="511791"/>
                </a:lnTo>
                <a:lnTo>
                  <a:pt x="1452438" y="505723"/>
                </a:lnTo>
                <a:lnTo>
                  <a:pt x="1454461" y="500666"/>
                </a:lnTo>
                <a:lnTo>
                  <a:pt x="1457495" y="495608"/>
                </a:lnTo>
                <a:lnTo>
                  <a:pt x="1461541" y="490551"/>
                </a:lnTo>
                <a:lnTo>
                  <a:pt x="1548525" y="403567"/>
                </a:lnTo>
                <a:lnTo>
                  <a:pt x="1548525" y="403567"/>
                </a:lnTo>
                <a:lnTo>
                  <a:pt x="1552571" y="397498"/>
                </a:lnTo>
                <a:lnTo>
                  <a:pt x="1556617" y="391429"/>
                </a:lnTo>
                <a:lnTo>
                  <a:pt x="1558640" y="384349"/>
                </a:lnTo>
                <a:lnTo>
                  <a:pt x="1559651" y="377269"/>
                </a:lnTo>
                <a:lnTo>
                  <a:pt x="1558640" y="370189"/>
                </a:lnTo>
                <a:lnTo>
                  <a:pt x="1556617" y="363109"/>
                </a:lnTo>
                <a:lnTo>
                  <a:pt x="1552571" y="356029"/>
                </a:lnTo>
                <a:lnTo>
                  <a:pt x="1548525" y="349960"/>
                </a:lnTo>
                <a:lnTo>
                  <a:pt x="1343201" y="145648"/>
                </a:lnTo>
                <a:lnTo>
                  <a:pt x="1343201" y="145648"/>
                </a:lnTo>
                <a:lnTo>
                  <a:pt x="1337133" y="140591"/>
                </a:lnTo>
                <a:lnTo>
                  <a:pt x="1331064" y="136545"/>
                </a:lnTo>
                <a:lnTo>
                  <a:pt x="1323984" y="134522"/>
                </a:lnTo>
                <a:lnTo>
                  <a:pt x="1316904" y="134522"/>
                </a:lnTo>
                <a:lnTo>
                  <a:pt x="1308812" y="134522"/>
                </a:lnTo>
                <a:lnTo>
                  <a:pt x="1301732" y="136545"/>
                </a:lnTo>
                <a:lnTo>
                  <a:pt x="1295663" y="140591"/>
                </a:lnTo>
                <a:lnTo>
                  <a:pt x="1289595" y="145648"/>
                </a:lnTo>
                <a:lnTo>
                  <a:pt x="1202610" y="231621"/>
                </a:lnTo>
                <a:lnTo>
                  <a:pt x="1202610" y="231621"/>
                </a:lnTo>
                <a:lnTo>
                  <a:pt x="1198565" y="235667"/>
                </a:lnTo>
                <a:lnTo>
                  <a:pt x="1193507" y="239713"/>
                </a:lnTo>
                <a:lnTo>
                  <a:pt x="1187439" y="241735"/>
                </a:lnTo>
                <a:lnTo>
                  <a:pt x="1181370" y="242747"/>
                </a:lnTo>
                <a:lnTo>
                  <a:pt x="1176313" y="243758"/>
                </a:lnTo>
                <a:lnTo>
                  <a:pt x="1170244" y="242747"/>
                </a:lnTo>
                <a:lnTo>
                  <a:pt x="1164175" y="241735"/>
                </a:lnTo>
                <a:lnTo>
                  <a:pt x="1158107" y="239713"/>
                </a:lnTo>
                <a:lnTo>
                  <a:pt x="1158107" y="239713"/>
                </a:lnTo>
                <a:lnTo>
                  <a:pt x="1133832" y="227575"/>
                </a:lnTo>
                <a:lnTo>
                  <a:pt x="1108546" y="216449"/>
                </a:lnTo>
                <a:lnTo>
                  <a:pt x="1082248" y="206335"/>
                </a:lnTo>
                <a:lnTo>
                  <a:pt x="1055950" y="197232"/>
                </a:lnTo>
                <a:lnTo>
                  <a:pt x="1055950" y="197232"/>
                </a:lnTo>
                <a:lnTo>
                  <a:pt x="1050893" y="195209"/>
                </a:lnTo>
                <a:lnTo>
                  <a:pt x="1045836" y="192175"/>
                </a:lnTo>
                <a:lnTo>
                  <a:pt x="1040779" y="188129"/>
                </a:lnTo>
                <a:lnTo>
                  <a:pt x="1036733" y="183072"/>
                </a:lnTo>
                <a:lnTo>
                  <a:pt x="1033699" y="179026"/>
                </a:lnTo>
                <a:lnTo>
                  <a:pt x="1031676" y="172957"/>
                </a:lnTo>
                <a:lnTo>
                  <a:pt x="1029653" y="166888"/>
                </a:lnTo>
                <a:lnTo>
                  <a:pt x="1029653" y="160820"/>
                </a:lnTo>
                <a:lnTo>
                  <a:pt x="1029653" y="37423"/>
                </a:lnTo>
                <a:lnTo>
                  <a:pt x="1029653" y="37423"/>
                </a:lnTo>
                <a:lnTo>
                  <a:pt x="1028641" y="30343"/>
                </a:lnTo>
                <a:lnTo>
                  <a:pt x="1026619" y="23263"/>
                </a:lnTo>
                <a:lnTo>
                  <a:pt x="1023584" y="16183"/>
                </a:lnTo>
                <a:lnTo>
                  <a:pt x="1018527" y="11126"/>
                </a:lnTo>
                <a:lnTo>
                  <a:pt x="1012458" y="6069"/>
                </a:lnTo>
                <a:lnTo>
                  <a:pt x="1006390" y="3034"/>
                </a:lnTo>
                <a:lnTo>
                  <a:pt x="999309" y="0"/>
                </a:lnTo>
                <a:lnTo>
                  <a:pt x="991218" y="0"/>
                </a:lnTo>
                <a:lnTo>
                  <a:pt x="701944" y="0"/>
                </a:lnTo>
                <a:lnTo>
                  <a:pt x="701944" y="0"/>
                </a:lnTo>
                <a:lnTo>
                  <a:pt x="694864" y="0"/>
                </a:lnTo>
                <a:lnTo>
                  <a:pt x="686772" y="3034"/>
                </a:lnTo>
                <a:lnTo>
                  <a:pt x="680704" y="6069"/>
                </a:lnTo>
                <a:lnTo>
                  <a:pt x="675646" y="11126"/>
                </a:lnTo>
                <a:lnTo>
                  <a:pt x="670589" y="16183"/>
                </a:lnTo>
                <a:lnTo>
                  <a:pt x="666543" y="23263"/>
                </a:lnTo>
                <a:lnTo>
                  <a:pt x="664520" y="30343"/>
                </a:lnTo>
                <a:lnTo>
                  <a:pt x="663509" y="37423"/>
                </a:lnTo>
                <a:lnTo>
                  <a:pt x="663509" y="160820"/>
                </a:lnTo>
                <a:lnTo>
                  <a:pt x="663509" y="160820"/>
                </a:lnTo>
                <a:lnTo>
                  <a:pt x="663509" y="166888"/>
                </a:lnTo>
                <a:lnTo>
                  <a:pt x="662498" y="172957"/>
                </a:lnTo>
                <a:lnTo>
                  <a:pt x="659463" y="179026"/>
                </a:lnTo>
                <a:lnTo>
                  <a:pt x="656429" y="183072"/>
                </a:lnTo>
                <a:lnTo>
                  <a:pt x="652383" y="188129"/>
                </a:lnTo>
                <a:lnTo>
                  <a:pt x="648337" y="192175"/>
                </a:lnTo>
                <a:lnTo>
                  <a:pt x="643280" y="195209"/>
                </a:lnTo>
                <a:lnTo>
                  <a:pt x="637211" y="197232"/>
                </a:lnTo>
                <a:lnTo>
                  <a:pt x="637211" y="197232"/>
                </a:lnTo>
                <a:lnTo>
                  <a:pt x="610914" y="206335"/>
                </a:lnTo>
                <a:lnTo>
                  <a:pt x="585628" y="216449"/>
                </a:lnTo>
                <a:lnTo>
                  <a:pt x="560341" y="227575"/>
                </a:lnTo>
                <a:lnTo>
                  <a:pt x="535055" y="239713"/>
                </a:lnTo>
                <a:lnTo>
                  <a:pt x="535055" y="239713"/>
                </a:lnTo>
                <a:lnTo>
                  <a:pt x="529998" y="241735"/>
                </a:lnTo>
                <a:lnTo>
                  <a:pt x="523929" y="242747"/>
                </a:lnTo>
                <a:lnTo>
                  <a:pt x="517861" y="243758"/>
                </a:lnTo>
                <a:lnTo>
                  <a:pt x="511792" y="242747"/>
                </a:lnTo>
                <a:lnTo>
                  <a:pt x="505723" y="241735"/>
                </a:lnTo>
                <a:lnTo>
                  <a:pt x="500666" y="239713"/>
                </a:lnTo>
                <a:lnTo>
                  <a:pt x="495609" y="235667"/>
                </a:lnTo>
                <a:lnTo>
                  <a:pt x="490552" y="231621"/>
                </a:lnTo>
                <a:lnTo>
                  <a:pt x="403567" y="145648"/>
                </a:lnTo>
                <a:lnTo>
                  <a:pt x="403567" y="145648"/>
                </a:lnTo>
                <a:lnTo>
                  <a:pt x="398510" y="140591"/>
                </a:lnTo>
                <a:lnTo>
                  <a:pt x="391430" y="136545"/>
                </a:lnTo>
                <a:lnTo>
                  <a:pt x="384350" y="134522"/>
                </a:lnTo>
                <a:lnTo>
                  <a:pt x="377269" y="134522"/>
                </a:lnTo>
                <a:lnTo>
                  <a:pt x="370189" y="134522"/>
                </a:lnTo>
                <a:lnTo>
                  <a:pt x="363109" y="136545"/>
                </a:lnTo>
                <a:lnTo>
                  <a:pt x="356029" y="140591"/>
                </a:lnTo>
                <a:lnTo>
                  <a:pt x="349960" y="145648"/>
                </a:lnTo>
                <a:lnTo>
                  <a:pt x="145648" y="349960"/>
                </a:lnTo>
                <a:lnTo>
                  <a:pt x="145648" y="349960"/>
                </a:lnTo>
                <a:lnTo>
                  <a:pt x="140591" y="356029"/>
                </a:lnTo>
                <a:lnTo>
                  <a:pt x="137557" y="363109"/>
                </a:lnTo>
                <a:lnTo>
                  <a:pt x="135534" y="370189"/>
                </a:lnTo>
                <a:lnTo>
                  <a:pt x="134522" y="377269"/>
                </a:lnTo>
                <a:lnTo>
                  <a:pt x="135534" y="384349"/>
                </a:lnTo>
                <a:lnTo>
                  <a:pt x="137557" y="391429"/>
                </a:lnTo>
                <a:lnTo>
                  <a:pt x="140591" y="397498"/>
                </a:lnTo>
                <a:lnTo>
                  <a:pt x="145648" y="403567"/>
                </a:lnTo>
                <a:lnTo>
                  <a:pt x="232633" y="490551"/>
                </a:lnTo>
                <a:lnTo>
                  <a:pt x="232633" y="490551"/>
                </a:lnTo>
                <a:lnTo>
                  <a:pt x="235667" y="495608"/>
                </a:lnTo>
                <a:lnTo>
                  <a:pt x="239713" y="500666"/>
                </a:lnTo>
                <a:lnTo>
                  <a:pt x="241736" y="505723"/>
                </a:lnTo>
                <a:lnTo>
                  <a:pt x="242747" y="511791"/>
                </a:lnTo>
                <a:lnTo>
                  <a:pt x="243758" y="517860"/>
                </a:lnTo>
                <a:lnTo>
                  <a:pt x="243758" y="523929"/>
                </a:lnTo>
                <a:lnTo>
                  <a:pt x="241736" y="528986"/>
                </a:lnTo>
                <a:lnTo>
                  <a:pt x="239713" y="535055"/>
                </a:lnTo>
                <a:lnTo>
                  <a:pt x="239713" y="535055"/>
                </a:lnTo>
                <a:lnTo>
                  <a:pt x="227575" y="560341"/>
                </a:lnTo>
                <a:lnTo>
                  <a:pt x="216449" y="584616"/>
                </a:lnTo>
                <a:lnTo>
                  <a:pt x="206335" y="610913"/>
                </a:lnTo>
                <a:lnTo>
                  <a:pt x="197232" y="637211"/>
                </a:lnTo>
                <a:lnTo>
                  <a:pt x="197232" y="637211"/>
                </a:lnTo>
                <a:lnTo>
                  <a:pt x="195209" y="643279"/>
                </a:lnTo>
                <a:lnTo>
                  <a:pt x="192175" y="648337"/>
                </a:lnTo>
                <a:lnTo>
                  <a:pt x="188129" y="652382"/>
                </a:lnTo>
                <a:lnTo>
                  <a:pt x="184083" y="656428"/>
                </a:lnTo>
                <a:lnTo>
                  <a:pt x="179026" y="659463"/>
                </a:lnTo>
                <a:lnTo>
                  <a:pt x="172957" y="661485"/>
                </a:lnTo>
                <a:lnTo>
                  <a:pt x="167900" y="663508"/>
                </a:lnTo>
                <a:lnTo>
                  <a:pt x="161831" y="663508"/>
                </a:lnTo>
                <a:lnTo>
                  <a:pt x="37423" y="663508"/>
                </a:lnTo>
                <a:lnTo>
                  <a:pt x="37423" y="663508"/>
                </a:lnTo>
                <a:lnTo>
                  <a:pt x="30343" y="664520"/>
                </a:lnTo>
                <a:lnTo>
                  <a:pt x="23263" y="666543"/>
                </a:lnTo>
                <a:lnTo>
                  <a:pt x="16183" y="670589"/>
                </a:lnTo>
                <a:lnTo>
                  <a:pt x="11126" y="674634"/>
                </a:lnTo>
                <a:lnTo>
                  <a:pt x="6068" y="680703"/>
                </a:lnTo>
                <a:lnTo>
                  <a:pt x="3034" y="686772"/>
                </a:lnTo>
                <a:lnTo>
                  <a:pt x="1011" y="693852"/>
                </a:lnTo>
                <a:lnTo>
                  <a:pt x="0" y="701943"/>
                </a:lnTo>
                <a:lnTo>
                  <a:pt x="0" y="991217"/>
                </a:lnTo>
                <a:lnTo>
                  <a:pt x="0" y="991217"/>
                </a:lnTo>
                <a:lnTo>
                  <a:pt x="1011" y="999308"/>
                </a:lnTo>
                <a:lnTo>
                  <a:pt x="3034" y="1006389"/>
                </a:lnTo>
                <a:lnTo>
                  <a:pt x="6068" y="1012457"/>
                </a:lnTo>
                <a:lnTo>
                  <a:pt x="11126" y="1018526"/>
                </a:lnTo>
                <a:lnTo>
                  <a:pt x="16183" y="1022572"/>
                </a:lnTo>
                <a:lnTo>
                  <a:pt x="23263" y="1026617"/>
                </a:lnTo>
                <a:lnTo>
                  <a:pt x="30343" y="1028640"/>
                </a:lnTo>
                <a:lnTo>
                  <a:pt x="37423" y="1029652"/>
                </a:lnTo>
                <a:lnTo>
                  <a:pt x="161831" y="1029652"/>
                </a:lnTo>
                <a:lnTo>
                  <a:pt x="161831" y="1029652"/>
                </a:lnTo>
                <a:lnTo>
                  <a:pt x="167900" y="1029652"/>
                </a:lnTo>
                <a:lnTo>
                  <a:pt x="172957" y="1031675"/>
                </a:lnTo>
                <a:lnTo>
                  <a:pt x="179026" y="1033698"/>
                </a:lnTo>
                <a:lnTo>
                  <a:pt x="184083" y="1036732"/>
                </a:lnTo>
                <a:lnTo>
                  <a:pt x="188129" y="1040778"/>
                </a:lnTo>
                <a:lnTo>
                  <a:pt x="192175" y="1045835"/>
                </a:lnTo>
                <a:lnTo>
                  <a:pt x="195209" y="1050892"/>
                </a:lnTo>
                <a:lnTo>
                  <a:pt x="197232" y="1055949"/>
                </a:lnTo>
                <a:lnTo>
                  <a:pt x="197232" y="1055949"/>
                </a:lnTo>
                <a:lnTo>
                  <a:pt x="206335" y="1082247"/>
                </a:lnTo>
                <a:lnTo>
                  <a:pt x="216449" y="1108545"/>
                </a:lnTo>
                <a:lnTo>
                  <a:pt x="227575" y="1133831"/>
                </a:lnTo>
                <a:lnTo>
                  <a:pt x="239713" y="1158105"/>
                </a:lnTo>
                <a:lnTo>
                  <a:pt x="239713" y="1158105"/>
                </a:lnTo>
                <a:lnTo>
                  <a:pt x="241736" y="1164174"/>
                </a:lnTo>
                <a:lnTo>
                  <a:pt x="243758" y="1170243"/>
                </a:lnTo>
                <a:lnTo>
                  <a:pt x="243758" y="1175300"/>
                </a:lnTo>
                <a:lnTo>
                  <a:pt x="242747" y="1181369"/>
                </a:lnTo>
                <a:lnTo>
                  <a:pt x="241736" y="1187437"/>
                </a:lnTo>
                <a:lnTo>
                  <a:pt x="239713" y="1192495"/>
                </a:lnTo>
                <a:lnTo>
                  <a:pt x="235667" y="1198563"/>
                </a:lnTo>
                <a:lnTo>
                  <a:pt x="232633" y="1202609"/>
                </a:lnTo>
                <a:lnTo>
                  <a:pt x="145648" y="1289593"/>
                </a:lnTo>
                <a:lnTo>
                  <a:pt x="145648" y="1289593"/>
                </a:lnTo>
                <a:lnTo>
                  <a:pt x="140591" y="1295662"/>
                </a:lnTo>
                <a:lnTo>
                  <a:pt x="137557" y="1301731"/>
                </a:lnTo>
                <a:lnTo>
                  <a:pt x="135534" y="1308811"/>
                </a:lnTo>
                <a:lnTo>
                  <a:pt x="134522" y="1315891"/>
                </a:lnTo>
                <a:lnTo>
                  <a:pt x="135534" y="1323983"/>
                </a:lnTo>
                <a:lnTo>
                  <a:pt x="137557" y="1331063"/>
                </a:lnTo>
                <a:lnTo>
                  <a:pt x="140591" y="1337131"/>
                </a:lnTo>
                <a:lnTo>
                  <a:pt x="145648" y="1343200"/>
                </a:lnTo>
                <a:lnTo>
                  <a:pt x="349960" y="1547512"/>
                </a:lnTo>
                <a:lnTo>
                  <a:pt x="349960" y="1547512"/>
                </a:lnTo>
                <a:lnTo>
                  <a:pt x="356029" y="1552569"/>
                </a:lnTo>
                <a:lnTo>
                  <a:pt x="363109" y="1556615"/>
                </a:lnTo>
                <a:lnTo>
                  <a:pt x="370189" y="1558638"/>
                </a:lnTo>
                <a:lnTo>
                  <a:pt x="377269" y="1558638"/>
                </a:lnTo>
                <a:lnTo>
                  <a:pt x="384350" y="1558638"/>
                </a:lnTo>
                <a:lnTo>
                  <a:pt x="391430" y="1556615"/>
                </a:lnTo>
                <a:lnTo>
                  <a:pt x="398510" y="1552569"/>
                </a:lnTo>
                <a:lnTo>
                  <a:pt x="403567" y="1547512"/>
                </a:lnTo>
                <a:lnTo>
                  <a:pt x="490552" y="1461539"/>
                </a:lnTo>
                <a:lnTo>
                  <a:pt x="490552" y="1461539"/>
                </a:lnTo>
                <a:lnTo>
                  <a:pt x="495609" y="1457493"/>
                </a:lnTo>
                <a:lnTo>
                  <a:pt x="500666" y="1454459"/>
                </a:lnTo>
                <a:lnTo>
                  <a:pt x="505723" y="1451425"/>
                </a:lnTo>
                <a:lnTo>
                  <a:pt x="511792" y="1450413"/>
                </a:lnTo>
                <a:lnTo>
                  <a:pt x="517861" y="1449402"/>
                </a:lnTo>
                <a:lnTo>
                  <a:pt x="523929" y="1450413"/>
                </a:lnTo>
                <a:lnTo>
                  <a:pt x="529998" y="1451425"/>
                </a:lnTo>
                <a:lnTo>
                  <a:pt x="535055" y="1453448"/>
                </a:lnTo>
                <a:lnTo>
                  <a:pt x="535055" y="1453448"/>
                </a:lnTo>
                <a:lnTo>
                  <a:pt x="560341" y="1465585"/>
                </a:lnTo>
                <a:lnTo>
                  <a:pt x="585628" y="1476711"/>
                </a:lnTo>
                <a:lnTo>
                  <a:pt x="610914" y="1486825"/>
                </a:lnTo>
                <a:lnTo>
                  <a:pt x="637211" y="1495928"/>
                </a:lnTo>
                <a:lnTo>
                  <a:pt x="637211" y="1495928"/>
                </a:lnTo>
                <a:lnTo>
                  <a:pt x="643280" y="1498963"/>
                </a:lnTo>
                <a:lnTo>
                  <a:pt x="648337" y="1501997"/>
                </a:lnTo>
                <a:lnTo>
                  <a:pt x="652383" y="1505031"/>
                </a:lnTo>
                <a:lnTo>
                  <a:pt x="656429" y="1510089"/>
                </a:lnTo>
                <a:lnTo>
                  <a:pt x="659463" y="1515146"/>
                </a:lnTo>
                <a:lnTo>
                  <a:pt x="662498" y="1520203"/>
                </a:lnTo>
                <a:lnTo>
                  <a:pt x="663509" y="1526272"/>
                </a:lnTo>
                <a:lnTo>
                  <a:pt x="663509" y="1532340"/>
                </a:lnTo>
                <a:lnTo>
                  <a:pt x="663509" y="1655737"/>
                </a:lnTo>
                <a:lnTo>
                  <a:pt x="663509" y="1655737"/>
                </a:lnTo>
                <a:lnTo>
                  <a:pt x="664520" y="1662817"/>
                </a:lnTo>
                <a:lnTo>
                  <a:pt x="666543" y="1670909"/>
                </a:lnTo>
                <a:lnTo>
                  <a:pt x="670589" y="1676977"/>
                </a:lnTo>
                <a:lnTo>
                  <a:pt x="675646" y="1683046"/>
                </a:lnTo>
                <a:lnTo>
                  <a:pt x="680704" y="1687092"/>
                </a:lnTo>
                <a:lnTo>
                  <a:pt x="686772" y="1691137"/>
                </a:lnTo>
                <a:lnTo>
                  <a:pt x="694864" y="1693160"/>
                </a:lnTo>
                <a:lnTo>
                  <a:pt x="701944" y="1694172"/>
                </a:lnTo>
                <a:lnTo>
                  <a:pt x="991218" y="1694172"/>
                </a:lnTo>
                <a:lnTo>
                  <a:pt x="991218" y="1694172"/>
                </a:lnTo>
                <a:lnTo>
                  <a:pt x="999309" y="1693160"/>
                </a:lnTo>
                <a:lnTo>
                  <a:pt x="1006390" y="1691137"/>
                </a:lnTo>
                <a:lnTo>
                  <a:pt x="1012458" y="1687092"/>
                </a:lnTo>
                <a:lnTo>
                  <a:pt x="1018527" y="1683046"/>
                </a:lnTo>
                <a:lnTo>
                  <a:pt x="1023584" y="1676977"/>
                </a:lnTo>
                <a:lnTo>
                  <a:pt x="1026619" y="1670909"/>
                </a:lnTo>
                <a:lnTo>
                  <a:pt x="1028641" y="1662817"/>
                </a:lnTo>
                <a:lnTo>
                  <a:pt x="1029653" y="1655737"/>
                </a:lnTo>
                <a:lnTo>
                  <a:pt x="1029653" y="1532340"/>
                </a:lnTo>
                <a:lnTo>
                  <a:pt x="1029653" y="1532340"/>
                </a:lnTo>
                <a:lnTo>
                  <a:pt x="1029653" y="1526272"/>
                </a:lnTo>
                <a:lnTo>
                  <a:pt x="1031676" y="1520203"/>
                </a:lnTo>
                <a:lnTo>
                  <a:pt x="1033699" y="1515146"/>
                </a:lnTo>
                <a:lnTo>
                  <a:pt x="1036733" y="1510089"/>
                </a:lnTo>
                <a:lnTo>
                  <a:pt x="1040779" y="1505031"/>
                </a:lnTo>
                <a:lnTo>
                  <a:pt x="1045836" y="1501997"/>
                </a:lnTo>
                <a:lnTo>
                  <a:pt x="1050893" y="1498963"/>
                </a:lnTo>
                <a:lnTo>
                  <a:pt x="1055950" y="1495928"/>
                </a:lnTo>
                <a:lnTo>
                  <a:pt x="1055950" y="1495928"/>
                </a:lnTo>
                <a:lnTo>
                  <a:pt x="1082248" y="1486825"/>
                </a:lnTo>
                <a:lnTo>
                  <a:pt x="1108546" y="1476711"/>
                </a:lnTo>
                <a:lnTo>
                  <a:pt x="1133832" y="1465585"/>
                </a:lnTo>
                <a:lnTo>
                  <a:pt x="1158107" y="1453448"/>
                </a:lnTo>
                <a:lnTo>
                  <a:pt x="1158107" y="1453448"/>
                </a:lnTo>
                <a:lnTo>
                  <a:pt x="1164175" y="1451425"/>
                </a:lnTo>
                <a:lnTo>
                  <a:pt x="1170244" y="1450413"/>
                </a:lnTo>
                <a:lnTo>
                  <a:pt x="1176313" y="1449402"/>
                </a:lnTo>
                <a:lnTo>
                  <a:pt x="1181370" y="1450413"/>
                </a:lnTo>
                <a:lnTo>
                  <a:pt x="1187439" y="1451425"/>
                </a:lnTo>
                <a:lnTo>
                  <a:pt x="1193507" y="1454459"/>
                </a:lnTo>
                <a:lnTo>
                  <a:pt x="1198565" y="1457493"/>
                </a:lnTo>
                <a:lnTo>
                  <a:pt x="1202610" y="1461539"/>
                </a:lnTo>
                <a:lnTo>
                  <a:pt x="1289595" y="1547512"/>
                </a:lnTo>
                <a:lnTo>
                  <a:pt x="1289595" y="1547512"/>
                </a:lnTo>
                <a:lnTo>
                  <a:pt x="1295663" y="1552569"/>
                </a:lnTo>
                <a:lnTo>
                  <a:pt x="1301732" y="1556615"/>
                </a:lnTo>
                <a:lnTo>
                  <a:pt x="1308812" y="1558638"/>
                </a:lnTo>
                <a:lnTo>
                  <a:pt x="1316904" y="1558638"/>
                </a:lnTo>
                <a:lnTo>
                  <a:pt x="1323984" y="1558638"/>
                </a:lnTo>
                <a:lnTo>
                  <a:pt x="1331064" y="1556615"/>
                </a:lnTo>
                <a:lnTo>
                  <a:pt x="1337133" y="1552569"/>
                </a:lnTo>
                <a:lnTo>
                  <a:pt x="1343201" y="1547512"/>
                </a:lnTo>
                <a:lnTo>
                  <a:pt x="1548525" y="1343200"/>
                </a:lnTo>
                <a:lnTo>
                  <a:pt x="1548525" y="1343200"/>
                </a:lnTo>
                <a:lnTo>
                  <a:pt x="1552571" y="1337131"/>
                </a:lnTo>
                <a:lnTo>
                  <a:pt x="1556617" y="1331063"/>
                </a:lnTo>
                <a:lnTo>
                  <a:pt x="1558640" y="1323983"/>
                </a:lnTo>
                <a:lnTo>
                  <a:pt x="1559651" y="1315891"/>
                </a:lnTo>
                <a:lnTo>
                  <a:pt x="1558640" y="1308811"/>
                </a:lnTo>
                <a:lnTo>
                  <a:pt x="1556617" y="1301731"/>
                </a:lnTo>
                <a:lnTo>
                  <a:pt x="1552571" y="1295662"/>
                </a:lnTo>
                <a:lnTo>
                  <a:pt x="1548525" y="1289593"/>
                </a:lnTo>
                <a:lnTo>
                  <a:pt x="1461541" y="1202609"/>
                </a:lnTo>
                <a:lnTo>
                  <a:pt x="1461541" y="1202609"/>
                </a:lnTo>
                <a:lnTo>
                  <a:pt x="1457495" y="1198563"/>
                </a:lnTo>
                <a:lnTo>
                  <a:pt x="1454461" y="1192495"/>
                </a:lnTo>
                <a:lnTo>
                  <a:pt x="1452438" y="1187437"/>
                </a:lnTo>
                <a:lnTo>
                  <a:pt x="1450415" y="1181369"/>
                </a:lnTo>
                <a:lnTo>
                  <a:pt x="1450415" y="1175300"/>
                </a:lnTo>
                <a:lnTo>
                  <a:pt x="1450415" y="1170243"/>
                </a:lnTo>
                <a:lnTo>
                  <a:pt x="1451426" y="1164174"/>
                </a:lnTo>
                <a:lnTo>
                  <a:pt x="1454461" y="1158105"/>
                </a:lnTo>
                <a:lnTo>
                  <a:pt x="1454461" y="1158105"/>
                </a:lnTo>
                <a:lnTo>
                  <a:pt x="1466598" y="1133831"/>
                </a:lnTo>
                <a:lnTo>
                  <a:pt x="1476712" y="1108545"/>
                </a:lnTo>
                <a:lnTo>
                  <a:pt x="1486827" y="1082247"/>
                </a:lnTo>
                <a:lnTo>
                  <a:pt x="1495930" y="1055949"/>
                </a:lnTo>
                <a:lnTo>
                  <a:pt x="1495930" y="1055949"/>
                </a:lnTo>
                <a:lnTo>
                  <a:pt x="1498964" y="1050892"/>
                </a:lnTo>
                <a:lnTo>
                  <a:pt x="1501999" y="1045835"/>
                </a:lnTo>
                <a:lnTo>
                  <a:pt x="1506044" y="1040778"/>
                </a:lnTo>
                <a:lnTo>
                  <a:pt x="1510090" y="1036732"/>
                </a:lnTo>
                <a:lnTo>
                  <a:pt x="1515147" y="1033698"/>
                </a:lnTo>
                <a:lnTo>
                  <a:pt x="1520205" y="1031675"/>
                </a:lnTo>
                <a:lnTo>
                  <a:pt x="1526273" y="1029652"/>
                </a:lnTo>
                <a:lnTo>
                  <a:pt x="1532342" y="1029652"/>
                </a:lnTo>
                <a:lnTo>
                  <a:pt x="1655739" y="1029652"/>
                </a:lnTo>
                <a:lnTo>
                  <a:pt x="1655739" y="1029652"/>
                </a:lnTo>
                <a:lnTo>
                  <a:pt x="1663830" y="1028640"/>
                </a:lnTo>
                <a:lnTo>
                  <a:pt x="1670910" y="1026617"/>
                </a:lnTo>
                <a:lnTo>
                  <a:pt x="1676979" y="1022572"/>
                </a:lnTo>
                <a:lnTo>
                  <a:pt x="1683048" y="1018526"/>
                </a:lnTo>
                <a:lnTo>
                  <a:pt x="1687093" y="1012457"/>
                </a:lnTo>
                <a:lnTo>
                  <a:pt x="1691139" y="1006389"/>
                </a:lnTo>
                <a:lnTo>
                  <a:pt x="1693162" y="999308"/>
                </a:lnTo>
                <a:lnTo>
                  <a:pt x="1694174" y="991217"/>
                </a:lnTo>
                <a:lnTo>
                  <a:pt x="1694174" y="701943"/>
                </a:lnTo>
                <a:lnTo>
                  <a:pt x="1694174" y="701943"/>
                </a:lnTo>
                <a:lnTo>
                  <a:pt x="1693162" y="693852"/>
                </a:lnTo>
                <a:lnTo>
                  <a:pt x="1691139" y="686772"/>
                </a:lnTo>
                <a:lnTo>
                  <a:pt x="1687093" y="680703"/>
                </a:lnTo>
                <a:lnTo>
                  <a:pt x="1683048" y="674634"/>
                </a:lnTo>
                <a:lnTo>
                  <a:pt x="1676979" y="670589"/>
                </a:lnTo>
                <a:lnTo>
                  <a:pt x="1670910" y="666543"/>
                </a:lnTo>
                <a:lnTo>
                  <a:pt x="1663830" y="664520"/>
                </a:lnTo>
                <a:lnTo>
                  <a:pt x="1655739" y="663508"/>
                </a:lnTo>
                <a:lnTo>
                  <a:pt x="1655739" y="663508"/>
                </a:lnTo>
                <a:close/>
                <a:moveTo>
                  <a:pt x="846581" y="1267342"/>
                </a:moveTo>
                <a:lnTo>
                  <a:pt x="846581" y="1267342"/>
                </a:lnTo>
                <a:lnTo>
                  <a:pt x="825341" y="1266330"/>
                </a:lnTo>
                <a:lnTo>
                  <a:pt x="804100" y="1265319"/>
                </a:lnTo>
                <a:lnTo>
                  <a:pt x="782860" y="1262284"/>
                </a:lnTo>
                <a:lnTo>
                  <a:pt x="761619" y="1258239"/>
                </a:lnTo>
                <a:lnTo>
                  <a:pt x="741390" y="1254193"/>
                </a:lnTo>
                <a:lnTo>
                  <a:pt x="722173" y="1248124"/>
                </a:lnTo>
                <a:lnTo>
                  <a:pt x="701944" y="1242055"/>
                </a:lnTo>
                <a:lnTo>
                  <a:pt x="682727" y="1233964"/>
                </a:lnTo>
                <a:lnTo>
                  <a:pt x="664520" y="1225872"/>
                </a:lnTo>
                <a:lnTo>
                  <a:pt x="646314" y="1216769"/>
                </a:lnTo>
                <a:lnTo>
                  <a:pt x="629120" y="1206655"/>
                </a:lnTo>
                <a:lnTo>
                  <a:pt x="611925" y="1195529"/>
                </a:lnTo>
                <a:lnTo>
                  <a:pt x="595742" y="1183392"/>
                </a:lnTo>
                <a:lnTo>
                  <a:pt x="579559" y="1171254"/>
                </a:lnTo>
                <a:lnTo>
                  <a:pt x="564387" y="1158105"/>
                </a:lnTo>
                <a:lnTo>
                  <a:pt x="549216" y="1143945"/>
                </a:lnTo>
                <a:lnTo>
                  <a:pt x="536067" y="1129785"/>
                </a:lnTo>
                <a:lnTo>
                  <a:pt x="521906" y="1114613"/>
                </a:lnTo>
                <a:lnTo>
                  <a:pt x="509769" y="1098430"/>
                </a:lnTo>
                <a:lnTo>
                  <a:pt x="498643" y="1082247"/>
                </a:lnTo>
                <a:lnTo>
                  <a:pt x="487517" y="1065052"/>
                </a:lnTo>
                <a:lnTo>
                  <a:pt x="477403" y="1046846"/>
                </a:lnTo>
                <a:lnTo>
                  <a:pt x="468300" y="1028640"/>
                </a:lnTo>
                <a:lnTo>
                  <a:pt x="459197" y="1010434"/>
                </a:lnTo>
                <a:lnTo>
                  <a:pt x="452117" y="991217"/>
                </a:lnTo>
                <a:lnTo>
                  <a:pt x="445036" y="971999"/>
                </a:lnTo>
                <a:lnTo>
                  <a:pt x="439979" y="951770"/>
                </a:lnTo>
                <a:lnTo>
                  <a:pt x="434922" y="931542"/>
                </a:lnTo>
                <a:lnTo>
                  <a:pt x="430876" y="910301"/>
                </a:lnTo>
                <a:lnTo>
                  <a:pt x="428853" y="890072"/>
                </a:lnTo>
                <a:lnTo>
                  <a:pt x="426830" y="867820"/>
                </a:lnTo>
                <a:lnTo>
                  <a:pt x="426830" y="846580"/>
                </a:lnTo>
                <a:lnTo>
                  <a:pt x="426830" y="846580"/>
                </a:lnTo>
                <a:lnTo>
                  <a:pt x="426830" y="825340"/>
                </a:lnTo>
                <a:lnTo>
                  <a:pt x="428853" y="804099"/>
                </a:lnTo>
                <a:lnTo>
                  <a:pt x="430876" y="782859"/>
                </a:lnTo>
                <a:lnTo>
                  <a:pt x="434922" y="761619"/>
                </a:lnTo>
                <a:lnTo>
                  <a:pt x="439979" y="741390"/>
                </a:lnTo>
                <a:lnTo>
                  <a:pt x="445036" y="721161"/>
                </a:lnTo>
                <a:lnTo>
                  <a:pt x="452117" y="701943"/>
                </a:lnTo>
                <a:lnTo>
                  <a:pt x="459197" y="682726"/>
                </a:lnTo>
                <a:lnTo>
                  <a:pt x="468300" y="664520"/>
                </a:lnTo>
                <a:lnTo>
                  <a:pt x="477403" y="646314"/>
                </a:lnTo>
                <a:lnTo>
                  <a:pt x="487517" y="629119"/>
                </a:lnTo>
                <a:lnTo>
                  <a:pt x="498643" y="611925"/>
                </a:lnTo>
                <a:lnTo>
                  <a:pt x="509769" y="594730"/>
                </a:lnTo>
                <a:lnTo>
                  <a:pt x="521906" y="579558"/>
                </a:lnTo>
                <a:lnTo>
                  <a:pt x="536067" y="564387"/>
                </a:lnTo>
                <a:lnTo>
                  <a:pt x="549216" y="549215"/>
                </a:lnTo>
                <a:lnTo>
                  <a:pt x="564387" y="535055"/>
                </a:lnTo>
                <a:lnTo>
                  <a:pt x="579559" y="521906"/>
                </a:lnTo>
                <a:lnTo>
                  <a:pt x="595742" y="509769"/>
                </a:lnTo>
                <a:lnTo>
                  <a:pt x="611925" y="497631"/>
                </a:lnTo>
                <a:lnTo>
                  <a:pt x="629120" y="487517"/>
                </a:lnTo>
                <a:lnTo>
                  <a:pt x="646314" y="477402"/>
                </a:lnTo>
                <a:lnTo>
                  <a:pt x="664520" y="467288"/>
                </a:lnTo>
                <a:lnTo>
                  <a:pt x="682727" y="459196"/>
                </a:lnTo>
                <a:lnTo>
                  <a:pt x="701944" y="452116"/>
                </a:lnTo>
                <a:lnTo>
                  <a:pt x="722173" y="445036"/>
                </a:lnTo>
                <a:lnTo>
                  <a:pt x="741390" y="438967"/>
                </a:lnTo>
                <a:lnTo>
                  <a:pt x="761619" y="434922"/>
                </a:lnTo>
                <a:lnTo>
                  <a:pt x="782860" y="430876"/>
                </a:lnTo>
                <a:lnTo>
                  <a:pt x="804100" y="428853"/>
                </a:lnTo>
                <a:lnTo>
                  <a:pt x="825341" y="426830"/>
                </a:lnTo>
                <a:lnTo>
                  <a:pt x="846581" y="425819"/>
                </a:lnTo>
                <a:lnTo>
                  <a:pt x="846581" y="425819"/>
                </a:lnTo>
                <a:lnTo>
                  <a:pt x="868833" y="426830"/>
                </a:lnTo>
                <a:lnTo>
                  <a:pt x="890073" y="428853"/>
                </a:lnTo>
                <a:lnTo>
                  <a:pt x="911314" y="430876"/>
                </a:lnTo>
                <a:lnTo>
                  <a:pt x="931542" y="434922"/>
                </a:lnTo>
                <a:lnTo>
                  <a:pt x="951771" y="438967"/>
                </a:lnTo>
                <a:lnTo>
                  <a:pt x="972000" y="445036"/>
                </a:lnTo>
                <a:lnTo>
                  <a:pt x="991218" y="452116"/>
                </a:lnTo>
                <a:lnTo>
                  <a:pt x="1010435" y="459196"/>
                </a:lnTo>
                <a:lnTo>
                  <a:pt x="1028641" y="467288"/>
                </a:lnTo>
                <a:lnTo>
                  <a:pt x="1046847" y="477402"/>
                </a:lnTo>
                <a:lnTo>
                  <a:pt x="1065054" y="487517"/>
                </a:lnTo>
                <a:lnTo>
                  <a:pt x="1082248" y="497631"/>
                </a:lnTo>
                <a:lnTo>
                  <a:pt x="1098431" y="509769"/>
                </a:lnTo>
                <a:lnTo>
                  <a:pt x="1114614" y="521906"/>
                </a:lnTo>
                <a:lnTo>
                  <a:pt x="1129786" y="535055"/>
                </a:lnTo>
                <a:lnTo>
                  <a:pt x="1143946" y="549215"/>
                </a:lnTo>
                <a:lnTo>
                  <a:pt x="1158107" y="564387"/>
                </a:lnTo>
                <a:lnTo>
                  <a:pt x="1171255" y="579558"/>
                </a:lnTo>
                <a:lnTo>
                  <a:pt x="1183393" y="594730"/>
                </a:lnTo>
                <a:lnTo>
                  <a:pt x="1195530" y="611925"/>
                </a:lnTo>
                <a:lnTo>
                  <a:pt x="1206656" y="629119"/>
                </a:lnTo>
                <a:lnTo>
                  <a:pt x="1216771" y="646314"/>
                </a:lnTo>
                <a:lnTo>
                  <a:pt x="1225874" y="664520"/>
                </a:lnTo>
                <a:lnTo>
                  <a:pt x="1233965" y="682726"/>
                </a:lnTo>
                <a:lnTo>
                  <a:pt x="1242057" y="701943"/>
                </a:lnTo>
                <a:lnTo>
                  <a:pt x="1248125" y="721161"/>
                </a:lnTo>
                <a:lnTo>
                  <a:pt x="1254194" y="741390"/>
                </a:lnTo>
                <a:lnTo>
                  <a:pt x="1258240" y="761619"/>
                </a:lnTo>
                <a:lnTo>
                  <a:pt x="1262286" y="782859"/>
                </a:lnTo>
                <a:lnTo>
                  <a:pt x="1265320" y="804099"/>
                </a:lnTo>
                <a:lnTo>
                  <a:pt x="1266331" y="825340"/>
                </a:lnTo>
                <a:lnTo>
                  <a:pt x="1267343" y="846580"/>
                </a:lnTo>
                <a:lnTo>
                  <a:pt x="1267343" y="846580"/>
                </a:lnTo>
                <a:lnTo>
                  <a:pt x="1266331" y="867820"/>
                </a:lnTo>
                <a:lnTo>
                  <a:pt x="1265320" y="890072"/>
                </a:lnTo>
                <a:lnTo>
                  <a:pt x="1262286" y="910301"/>
                </a:lnTo>
                <a:lnTo>
                  <a:pt x="1258240" y="931542"/>
                </a:lnTo>
                <a:lnTo>
                  <a:pt x="1254194" y="951770"/>
                </a:lnTo>
                <a:lnTo>
                  <a:pt x="1248125" y="971999"/>
                </a:lnTo>
                <a:lnTo>
                  <a:pt x="1242057" y="991217"/>
                </a:lnTo>
                <a:lnTo>
                  <a:pt x="1233965" y="1010434"/>
                </a:lnTo>
                <a:lnTo>
                  <a:pt x="1225874" y="1028640"/>
                </a:lnTo>
                <a:lnTo>
                  <a:pt x="1216771" y="1046846"/>
                </a:lnTo>
                <a:lnTo>
                  <a:pt x="1206656" y="1065052"/>
                </a:lnTo>
                <a:lnTo>
                  <a:pt x="1195530" y="1082247"/>
                </a:lnTo>
                <a:lnTo>
                  <a:pt x="1183393" y="1098430"/>
                </a:lnTo>
                <a:lnTo>
                  <a:pt x="1171255" y="1114613"/>
                </a:lnTo>
                <a:lnTo>
                  <a:pt x="1158107" y="1129785"/>
                </a:lnTo>
                <a:lnTo>
                  <a:pt x="1143946" y="1143945"/>
                </a:lnTo>
                <a:lnTo>
                  <a:pt x="1129786" y="1158105"/>
                </a:lnTo>
                <a:lnTo>
                  <a:pt x="1114614" y="1171254"/>
                </a:lnTo>
                <a:lnTo>
                  <a:pt x="1098431" y="1183392"/>
                </a:lnTo>
                <a:lnTo>
                  <a:pt x="1082248" y="1195529"/>
                </a:lnTo>
                <a:lnTo>
                  <a:pt x="1065054" y="1206655"/>
                </a:lnTo>
                <a:lnTo>
                  <a:pt x="1046847" y="1216769"/>
                </a:lnTo>
                <a:lnTo>
                  <a:pt x="1028641" y="1225872"/>
                </a:lnTo>
                <a:lnTo>
                  <a:pt x="1010435" y="1233964"/>
                </a:lnTo>
                <a:lnTo>
                  <a:pt x="991218" y="1242055"/>
                </a:lnTo>
                <a:lnTo>
                  <a:pt x="972000" y="1248124"/>
                </a:lnTo>
                <a:lnTo>
                  <a:pt x="951771" y="1254193"/>
                </a:lnTo>
                <a:lnTo>
                  <a:pt x="931542" y="1258239"/>
                </a:lnTo>
                <a:lnTo>
                  <a:pt x="911314" y="1262284"/>
                </a:lnTo>
                <a:lnTo>
                  <a:pt x="890073" y="1265319"/>
                </a:lnTo>
                <a:lnTo>
                  <a:pt x="868833" y="1266330"/>
                </a:lnTo>
                <a:lnTo>
                  <a:pt x="846581" y="1267342"/>
                </a:lnTo>
                <a:lnTo>
                  <a:pt x="846581" y="126734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87153" y="3061954"/>
            <a:ext cx="17134054" cy="17818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183515" rtl="0" algn="l">
              <a:lnSpc>
                <a:spcPct val="100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1500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  <a:t>Отчёт по тестированию     </a:t>
            </a:r>
            <a:endParaRPr b="1" sz="11500">
              <a:solidFill>
                <a:srgbClr val="0C0C0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6395934" y="381086"/>
            <a:ext cx="1272500" cy="1272750"/>
          </a:xfrm>
          <a:custGeom>
            <a:rect b="b" l="l" r="r" t="t"/>
            <a:pathLst>
              <a:path extrusionOk="0" h="1694172" w="1694174">
                <a:moveTo>
                  <a:pt x="1655739" y="663508"/>
                </a:moveTo>
                <a:lnTo>
                  <a:pt x="1532342" y="663508"/>
                </a:lnTo>
                <a:lnTo>
                  <a:pt x="1532342" y="663508"/>
                </a:lnTo>
                <a:lnTo>
                  <a:pt x="1526273" y="663508"/>
                </a:lnTo>
                <a:lnTo>
                  <a:pt x="1520205" y="661485"/>
                </a:lnTo>
                <a:lnTo>
                  <a:pt x="1515147" y="659463"/>
                </a:lnTo>
                <a:lnTo>
                  <a:pt x="1510090" y="656428"/>
                </a:lnTo>
                <a:lnTo>
                  <a:pt x="1506044" y="652382"/>
                </a:lnTo>
                <a:lnTo>
                  <a:pt x="1501999" y="648337"/>
                </a:lnTo>
                <a:lnTo>
                  <a:pt x="1498964" y="643279"/>
                </a:lnTo>
                <a:lnTo>
                  <a:pt x="1495930" y="637211"/>
                </a:lnTo>
                <a:lnTo>
                  <a:pt x="1495930" y="637211"/>
                </a:lnTo>
                <a:lnTo>
                  <a:pt x="1486827" y="610913"/>
                </a:lnTo>
                <a:lnTo>
                  <a:pt x="1476712" y="584616"/>
                </a:lnTo>
                <a:lnTo>
                  <a:pt x="1466598" y="560341"/>
                </a:lnTo>
                <a:lnTo>
                  <a:pt x="1454461" y="535055"/>
                </a:lnTo>
                <a:lnTo>
                  <a:pt x="1454461" y="535055"/>
                </a:lnTo>
                <a:lnTo>
                  <a:pt x="1451426" y="528986"/>
                </a:lnTo>
                <a:lnTo>
                  <a:pt x="1450415" y="523929"/>
                </a:lnTo>
                <a:lnTo>
                  <a:pt x="1450415" y="517860"/>
                </a:lnTo>
                <a:lnTo>
                  <a:pt x="1450415" y="511791"/>
                </a:lnTo>
                <a:lnTo>
                  <a:pt x="1452438" y="505723"/>
                </a:lnTo>
                <a:lnTo>
                  <a:pt x="1454461" y="500666"/>
                </a:lnTo>
                <a:lnTo>
                  <a:pt x="1457495" y="495608"/>
                </a:lnTo>
                <a:lnTo>
                  <a:pt x="1461541" y="490551"/>
                </a:lnTo>
                <a:lnTo>
                  <a:pt x="1548525" y="403567"/>
                </a:lnTo>
                <a:lnTo>
                  <a:pt x="1548525" y="403567"/>
                </a:lnTo>
                <a:lnTo>
                  <a:pt x="1552571" y="397498"/>
                </a:lnTo>
                <a:lnTo>
                  <a:pt x="1556617" y="391429"/>
                </a:lnTo>
                <a:lnTo>
                  <a:pt x="1558640" y="384349"/>
                </a:lnTo>
                <a:lnTo>
                  <a:pt x="1559651" y="377269"/>
                </a:lnTo>
                <a:lnTo>
                  <a:pt x="1558640" y="370189"/>
                </a:lnTo>
                <a:lnTo>
                  <a:pt x="1556617" y="363109"/>
                </a:lnTo>
                <a:lnTo>
                  <a:pt x="1552571" y="356029"/>
                </a:lnTo>
                <a:lnTo>
                  <a:pt x="1548525" y="349960"/>
                </a:lnTo>
                <a:lnTo>
                  <a:pt x="1343201" y="145648"/>
                </a:lnTo>
                <a:lnTo>
                  <a:pt x="1343201" y="145648"/>
                </a:lnTo>
                <a:lnTo>
                  <a:pt x="1337133" y="140591"/>
                </a:lnTo>
                <a:lnTo>
                  <a:pt x="1331064" y="136545"/>
                </a:lnTo>
                <a:lnTo>
                  <a:pt x="1323984" y="134522"/>
                </a:lnTo>
                <a:lnTo>
                  <a:pt x="1316904" y="134522"/>
                </a:lnTo>
                <a:lnTo>
                  <a:pt x="1308812" y="134522"/>
                </a:lnTo>
                <a:lnTo>
                  <a:pt x="1301732" y="136545"/>
                </a:lnTo>
                <a:lnTo>
                  <a:pt x="1295663" y="140591"/>
                </a:lnTo>
                <a:lnTo>
                  <a:pt x="1289595" y="145648"/>
                </a:lnTo>
                <a:lnTo>
                  <a:pt x="1202610" y="231621"/>
                </a:lnTo>
                <a:lnTo>
                  <a:pt x="1202610" y="231621"/>
                </a:lnTo>
                <a:lnTo>
                  <a:pt x="1198565" y="235667"/>
                </a:lnTo>
                <a:lnTo>
                  <a:pt x="1193507" y="239713"/>
                </a:lnTo>
                <a:lnTo>
                  <a:pt x="1187439" y="241735"/>
                </a:lnTo>
                <a:lnTo>
                  <a:pt x="1181370" y="242747"/>
                </a:lnTo>
                <a:lnTo>
                  <a:pt x="1176313" y="243758"/>
                </a:lnTo>
                <a:lnTo>
                  <a:pt x="1170244" y="242747"/>
                </a:lnTo>
                <a:lnTo>
                  <a:pt x="1164175" y="241735"/>
                </a:lnTo>
                <a:lnTo>
                  <a:pt x="1158107" y="239713"/>
                </a:lnTo>
                <a:lnTo>
                  <a:pt x="1158107" y="239713"/>
                </a:lnTo>
                <a:lnTo>
                  <a:pt x="1133832" y="227575"/>
                </a:lnTo>
                <a:lnTo>
                  <a:pt x="1108546" y="216449"/>
                </a:lnTo>
                <a:lnTo>
                  <a:pt x="1082248" y="206335"/>
                </a:lnTo>
                <a:lnTo>
                  <a:pt x="1055950" y="197232"/>
                </a:lnTo>
                <a:lnTo>
                  <a:pt x="1055950" y="197232"/>
                </a:lnTo>
                <a:lnTo>
                  <a:pt x="1050893" y="195209"/>
                </a:lnTo>
                <a:lnTo>
                  <a:pt x="1045836" y="192175"/>
                </a:lnTo>
                <a:lnTo>
                  <a:pt x="1040779" y="188129"/>
                </a:lnTo>
                <a:lnTo>
                  <a:pt x="1036733" y="183072"/>
                </a:lnTo>
                <a:lnTo>
                  <a:pt x="1033699" y="179026"/>
                </a:lnTo>
                <a:lnTo>
                  <a:pt x="1031676" y="172957"/>
                </a:lnTo>
                <a:lnTo>
                  <a:pt x="1029653" y="166888"/>
                </a:lnTo>
                <a:lnTo>
                  <a:pt x="1029653" y="160820"/>
                </a:lnTo>
                <a:lnTo>
                  <a:pt x="1029653" y="37423"/>
                </a:lnTo>
                <a:lnTo>
                  <a:pt x="1029653" y="37423"/>
                </a:lnTo>
                <a:lnTo>
                  <a:pt x="1028641" y="30343"/>
                </a:lnTo>
                <a:lnTo>
                  <a:pt x="1026619" y="23263"/>
                </a:lnTo>
                <a:lnTo>
                  <a:pt x="1023584" y="16183"/>
                </a:lnTo>
                <a:lnTo>
                  <a:pt x="1018527" y="11126"/>
                </a:lnTo>
                <a:lnTo>
                  <a:pt x="1012458" y="6069"/>
                </a:lnTo>
                <a:lnTo>
                  <a:pt x="1006390" y="3034"/>
                </a:lnTo>
                <a:lnTo>
                  <a:pt x="999309" y="0"/>
                </a:lnTo>
                <a:lnTo>
                  <a:pt x="991218" y="0"/>
                </a:lnTo>
                <a:lnTo>
                  <a:pt x="701944" y="0"/>
                </a:lnTo>
                <a:lnTo>
                  <a:pt x="701944" y="0"/>
                </a:lnTo>
                <a:lnTo>
                  <a:pt x="694864" y="0"/>
                </a:lnTo>
                <a:lnTo>
                  <a:pt x="686772" y="3034"/>
                </a:lnTo>
                <a:lnTo>
                  <a:pt x="680704" y="6069"/>
                </a:lnTo>
                <a:lnTo>
                  <a:pt x="675646" y="11126"/>
                </a:lnTo>
                <a:lnTo>
                  <a:pt x="670589" y="16183"/>
                </a:lnTo>
                <a:lnTo>
                  <a:pt x="666543" y="23263"/>
                </a:lnTo>
                <a:lnTo>
                  <a:pt x="664520" y="30343"/>
                </a:lnTo>
                <a:lnTo>
                  <a:pt x="663509" y="37423"/>
                </a:lnTo>
                <a:lnTo>
                  <a:pt x="663509" y="160820"/>
                </a:lnTo>
                <a:lnTo>
                  <a:pt x="663509" y="160820"/>
                </a:lnTo>
                <a:lnTo>
                  <a:pt x="663509" y="166888"/>
                </a:lnTo>
                <a:lnTo>
                  <a:pt x="662498" y="172957"/>
                </a:lnTo>
                <a:lnTo>
                  <a:pt x="659463" y="179026"/>
                </a:lnTo>
                <a:lnTo>
                  <a:pt x="656429" y="183072"/>
                </a:lnTo>
                <a:lnTo>
                  <a:pt x="652383" y="188129"/>
                </a:lnTo>
                <a:lnTo>
                  <a:pt x="648337" y="192175"/>
                </a:lnTo>
                <a:lnTo>
                  <a:pt x="643280" y="195209"/>
                </a:lnTo>
                <a:lnTo>
                  <a:pt x="637211" y="197232"/>
                </a:lnTo>
                <a:lnTo>
                  <a:pt x="637211" y="197232"/>
                </a:lnTo>
                <a:lnTo>
                  <a:pt x="610914" y="206335"/>
                </a:lnTo>
                <a:lnTo>
                  <a:pt x="585628" y="216449"/>
                </a:lnTo>
                <a:lnTo>
                  <a:pt x="560341" y="227575"/>
                </a:lnTo>
                <a:lnTo>
                  <a:pt x="535055" y="239713"/>
                </a:lnTo>
                <a:lnTo>
                  <a:pt x="535055" y="239713"/>
                </a:lnTo>
                <a:lnTo>
                  <a:pt x="529998" y="241735"/>
                </a:lnTo>
                <a:lnTo>
                  <a:pt x="523929" y="242747"/>
                </a:lnTo>
                <a:lnTo>
                  <a:pt x="517861" y="243758"/>
                </a:lnTo>
                <a:lnTo>
                  <a:pt x="511792" y="242747"/>
                </a:lnTo>
                <a:lnTo>
                  <a:pt x="505723" y="241735"/>
                </a:lnTo>
                <a:lnTo>
                  <a:pt x="500666" y="239713"/>
                </a:lnTo>
                <a:lnTo>
                  <a:pt x="495609" y="235667"/>
                </a:lnTo>
                <a:lnTo>
                  <a:pt x="490552" y="231621"/>
                </a:lnTo>
                <a:lnTo>
                  <a:pt x="403567" y="145648"/>
                </a:lnTo>
                <a:lnTo>
                  <a:pt x="403567" y="145648"/>
                </a:lnTo>
                <a:lnTo>
                  <a:pt x="398510" y="140591"/>
                </a:lnTo>
                <a:lnTo>
                  <a:pt x="391430" y="136545"/>
                </a:lnTo>
                <a:lnTo>
                  <a:pt x="384350" y="134522"/>
                </a:lnTo>
                <a:lnTo>
                  <a:pt x="377269" y="134522"/>
                </a:lnTo>
                <a:lnTo>
                  <a:pt x="370189" y="134522"/>
                </a:lnTo>
                <a:lnTo>
                  <a:pt x="363109" y="136545"/>
                </a:lnTo>
                <a:lnTo>
                  <a:pt x="356029" y="140591"/>
                </a:lnTo>
                <a:lnTo>
                  <a:pt x="349960" y="145648"/>
                </a:lnTo>
                <a:lnTo>
                  <a:pt x="145648" y="349960"/>
                </a:lnTo>
                <a:lnTo>
                  <a:pt x="145648" y="349960"/>
                </a:lnTo>
                <a:lnTo>
                  <a:pt x="140591" y="356029"/>
                </a:lnTo>
                <a:lnTo>
                  <a:pt x="137557" y="363109"/>
                </a:lnTo>
                <a:lnTo>
                  <a:pt x="135534" y="370189"/>
                </a:lnTo>
                <a:lnTo>
                  <a:pt x="134522" y="377269"/>
                </a:lnTo>
                <a:lnTo>
                  <a:pt x="135534" y="384349"/>
                </a:lnTo>
                <a:lnTo>
                  <a:pt x="137557" y="391429"/>
                </a:lnTo>
                <a:lnTo>
                  <a:pt x="140591" y="397498"/>
                </a:lnTo>
                <a:lnTo>
                  <a:pt x="145648" y="403567"/>
                </a:lnTo>
                <a:lnTo>
                  <a:pt x="232633" y="490551"/>
                </a:lnTo>
                <a:lnTo>
                  <a:pt x="232633" y="490551"/>
                </a:lnTo>
                <a:lnTo>
                  <a:pt x="235667" y="495608"/>
                </a:lnTo>
                <a:lnTo>
                  <a:pt x="239713" y="500666"/>
                </a:lnTo>
                <a:lnTo>
                  <a:pt x="241736" y="505723"/>
                </a:lnTo>
                <a:lnTo>
                  <a:pt x="242747" y="511791"/>
                </a:lnTo>
                <a:lnTo>
                  <a:pt x="243758" y="517860"/>
                </a:lnTo>
                <a:lnTo>
                  <a:pt x="243758" y="523929"/>
                </a:lnTo>
                <a:lnTo>
                  <a:pt x="241736" y="528986"/>
                </a:lnTo>
                <a:lnTo>
                  <a:pt x="239713" y="535055"/>
                </a:lnTo>
                <a:lnTo>
                  <a:pt x="239713" y="535055"/>
                </a:lnTo>
                <a:lnTo>
                  <a:pt x="227575" y="560341"/>
                </a:lnTo>
                <a:lnTo>
                  <a:pt x="216449" y="584616"/>
                </a:lnTo>
                <a:lnTo>
                  <a:pt x="206335" y="610913"/>
                </a:lnTo>
                <a:lnTo>
                  <a:pt x="197232" y="637211"/>
                </a:lnTo>
                <a:lnTo>
                  <a:pt x="197232" y="637211"/>
                </a:lnTo>
                <a:lnTo>
                  <a:pt x="195209" y="643279"/>
                </a:lnTo>
                <a:lnTo>
                  <a:pt x="192175" y="648337"/>
                </a:lnTo>
                <a:lnTo>
                  <a:pt x="188129" y="652382"/>
                </a:lnTo>
                <a:lnTo>
                  <a:pt x="184083" y="656428"/>
                </a:lnTo>
                <a:lnTo>
                  <a:pt x="179026" y="659463"/>
                </a:lnTo>
                <a:lnTo>
                  <a:pt x="172957" y="661485"/>
                </a:lnTo>
                <a:lnTo>
                  <a:pt x="167900" y="663508"/>
                </a:lnTo>
                <a:lnTo>
                  <a:pt x="161831" y="663508"/>
                </a:lnTo>
                <a:lnTo>
                  <a:pt x="37423" y="663508"/>
                </a:lnTo>
                <a:lnTo>
                  <a:pt x="37423" y="663508"/>
                </a:lnTo>
                <a:lnTo>
                  <a:pt x="30343" y="664520"/>
                </a:lnTo>
                <a:lnTo>
                  <a:pt x="23263" y="666543"/>
                </a:lnTo>
                <a:lnTo>
                  <a:pt x="16183" y="670589"/>
                </a:lnTo>
                <a:lnTo>
                  <a:pt x="11126" y="674634"/>
                </a:lnTo>
                <a:lnTo>
                  <a:pt x="6068" y="680703"/>
                </a:lnTo>
                <a:lnTo>
                  <a:pt x="3034" y="686772"/>
                </a:lnTo>
                <a:lnTo>
                  <a:pt x="1011" y="693852"/>
                </a:lnTo>
                <a:lnTo>
                  <a:pt x="0" y="701943"/>
                </a:lnTo>
                <a:lnTo>
                  <a:pt x="0" y="991217"/>
                </a:lnTo>
                <a:lnTo>
                  <a:pt x="0" y="991217"/>
                </a:lnTo>
                <a:lnTo>
                  <a:pt x="1011" y="999308"/>
                </a:lnTo>
                <a:lnTo>
                  <a:pt x="3034" y="1006389"/>
                </a:lnTo>
                <a:lnTo>
                  <a:pt x="6068" y="1012457"/>
                </a:lnTo>
                <a:lnTo>
                  <a:pt x="11126" y="1018526"/>
                </a:lnTo>
                <a:lnTo>
                  <a:pt x="16183" y="1022572"/>
                </a:lnTo>
                <a:lnTo>
                  <a:pt x="23263" y="1026617"/>
                </a:lnTo>
                <a:lnTo>
                  <a:pt x="30343" y="1028640"/>
                </a:lnTo>
                <a:lnTo>
                  <a:pt x="37423" y="1029652"/>
                </a:lnTo>
                <a:lnTo>
                  <a:pt x="161831" y="1029652"/>
                </a:lnTo>
                <a:lnTo>
                  <a:pt x="161831" y="1029652"/>
                </a:lnTo>
                <a:lnTo>
                  <a:pt x="167900" y="1029652"/>
                </a:lnTo>
                <a:lnTo>
                  <a:pt x="172957" y="1031675"/>
                </a:lnTo>
                <a:lnTo>
                  <a:pt x="179026" y="1033698"/>
                </a:lnTo>
                <a:lnTo>
                  <a:pt x="184083" y="1036732"/>
                </a:lnTo>
                <a:lnTo>
                  <a:pt x="188129" y="1040778"/>
                </a:lnTo>
                <a:lnTo>
                  <a:pt x="192175" y="1045835"/>
                </a:lnTo>
                <a:lnTo>
                  <a:pt x="195209" y="1050892"/>
                </a:lnTo>
                <a:lnTo>
                  <a:pt x="197232" y="1055949"/>
                </a:lnTo>
                <a:lnTo>
                  <a:pt x="197232" y="1055949"/>
                </a:lnTo>
                <a:lnTo>
                  <a:pt x="206335" y="1082247"/>
                </a:lnTo>
                <a:lnTo>
                  <a:pt x="216449" y="1108545"/>
                </a:lnTo>
                <a:lnTo>
                  <a:pt x="227575" y="1133831"/>
                </a:lnTo>
                <a:lnTo>
                  <a:pt x="239713" y="1158105"/>
                </a:lnTo>
                <a:lnTo>
                  <a:pt x="239713" y="1158105"/>
                </a:lnTo>
                <a:lnTo>
                  <a:pt x="241736" y="1164174"/>
                </a:lnTo>
                <a:lnTo>
                  <a:pt x="243758" y="1170243"/>
                </a:lnTo>
                <a:lnTo>
                  <a:pt x="243758" y="1175300"/>
                </a:lnTo>
                <a:lnTo>
                  <a:pt x="242747" y="1181369"/>
                </a:lnTo>
                <a:lnTo>
                  <a:pt x="241736" y="1187437"/>
                </a:lnTo>
                <a:lnTo>
                  <a:pt x="239713" y="1192495"/>
                </a:lnTo>
                <a:lnTo>
                  <a:pt x="235667" y="1198563"/>
                </a:lnTo>
                <a:lnTo>
                  <a:pt x="232633" y="1202609"/>
                </a:lnTo>
                <a:lnTo>
                  <a:pt x="145648" y="1289593"/>
                </a:lnTo>
                <a:lnTo>
                  <a:pt x="145648" y="1289593"/>
                </a:lnTo>
                <a:lnTo>
                  <a:pt x="140591" y="1295662"/>
                </a:lnTo>
                <a:lnTo>
                  <a:pt x="137557" y="1301731"/>
                </a:lnTo>
                <a:lnTo>
                  <a:pt x="135534" y="1308811"/>
                </a:lnTo>
                <a:lnTo>
                  <a:pt x="134522" y="1315891"/>
                </a:lnTo>
                <a:lnTo>
                  <a:pt x="135534" y="1323983"/>
                </a:lnTo>
                <a:lnTo>
                  <a:pt x="137557" y="1331063"/>
                </a:lnTo>
                <a:lnTo>
                  <a:pt x="140591" y="1337131"/>
                </a:lnTo>
                <a:lnTo>
                  <a:pt x="145648" y="1343200"/>
                </a:lnTo>
                <a:lnTo>
                  <a:pt x="349960" y="1547512"/>
                </a:lnTo>
                <a:lnTo>
                  <a:pt x="349960" y="1547512"/>
                </a:lnTo>
                <a:lnTo>
                  <a:pt x="356029" y="1552569"/>
                </a:lnTo>
                <a:lnTo>
                  <a:pt x="363109" y="1556615"/>
                </a:lnTo>
                <a:lnTo>
                  <a:pt x="370189" y="1558638"/>
                </a:lnTo>
                <a:lnTo>
                  <a:pt x="377269" y="1558638"/>
                </a:lnTo>
                <a:lnTo>
                  <a:pt x="384350" y="1558638"/>
                </a:lnTo>
                <a:lnTo>
                  <a:pt x="391430" y="1556615"/>
                </a:lnTo>
                <a:lnTo>
                  <a:pt x="398510" y="1552569"/>
                </a:lnTo>
                <a:lnTo>
                  <a:pt x="403567" y="1547512"/>
                </a:lnTo>
                <a:lnTo>
                  <a:pt x="490552" y="1461539"/>
                </a:lnTo>
                <a:lnTo>
                  <a:pt x="490552" y="1461539"/>
                </a:lnTo>
                <a:lnTo>
                  <a:pt x="495609" y="1457493"/>
                </a:lnTo>
                <a:lnTo>
                  <a:pt x="500666" y="1454459"/>
                </a:lnTo>
                <a:lnTo>
                  <a:pt x="505723" y="1451425"/>
                </a:lnTo>
                <a:lnTo>
                  <a:pt x="511792" y="1450413"/>
                </a:lnTo>
                <a:lnTo>
                  <a:pt x="517861" y="1449402"/>
                </a:lnTo>
                <a:lnTo>
                  <a:pt x="523929" y="1450413"/>
                </a:lnTo>
                <a:lnTo>
                  <a:pt x="529998" y="1451425"/>
                </a:lnTo>
                <a:lnTo>
                  <a:pt x="535055" y="1453448"/>
                </a:lnTo>
                <a:lnTo>
                  <a:pt x="535055" y="1453448"/>
                </a:lnTo>
                <a:lnTo>
                  <a:pt x="560341" y="1465585"/>
                </a:lnTo>
                <a:lnTo>
                  <a:pt x="585628" y="1476711"/>
                </a:lnTo>
                <a:lnTo>
                  <a:pt x="610914" y="1486825"/>
                </a:lnTo>
                <a:lnTo>
                  <a:pt x="637211" y="1495928"/>
                </a:lnTo>
                <a:lnTo>
                  <a:pt x="637211" y="1495928"/>
                </a:lnTo>
                <a:lnTo>
                  <a:pt x="643280" y="1498963"/>
                </a:lnTo>
                <a:lnTo>
                  <a:pt x="648337" y="1501997"/>
                </a:lnTo>
                <a:lnTo>
                  <a:pt x="652383" y="1505031"/>
                </a:lnTo>
                <a:lnTo>
                  <a:pt x="656429" y="1510089"/>
                </a:lnTo>
                <a:lnTo>
                  <a:pt x="659463" y="1515146"/>
                </a:lnTo>
                <a:lnTo>
                  <a:pt x="662498" y="1520203"/>
                </a:lnTo>
                <a:lnTo>
                  <a:pt x="663509" y="1526272"/>
                </a:lnTo>
                <a:lnTo>
                  <a:pt x="663509" y="1532340"/>
                </a:lnTo>
                <a:lnTo>
                  <a:pt x="663509" y="1655737"/>
                </a:lnTo>
                <a:lnTo>
                  <a:pt x="663509" y="1655737"/>
                </a:lnTo>
                <a:lnTo>
                  <a:pt x="664520" y="1662817"/>
                </a:lnTo>
                <a:lnTo>
                  <a:pt x="666543" y="1670909"/>
                </a:lnTo>
                <a:lnTo>
                  <a:pt x="670589" y="1676977"/>
                </a:lnTo>
                <a:lnTo>
                  <a:pt x="675646" y="1683046"/>
                </a:lnTo>
                <a:lnTo>
                  <a:pt x="680704" y="1687092"/>
                </a:lnTo>
                <a:lnTo>
                  <a:pt x="686772" y="1691137"/>
                </a:lnTo>
                <a:lnTo>
                  <a:pt x="694864" y="1693160"/>
                </a:lnTo>
                <a:lnTo>
                  <a:pt x="701944" y="1694172"/>
                </a:lnTo>
                <a:lnTo>
                  <a:pt x="991218" y="1694172"/>
                </a:lnTo>
                <a:lnTo>
                  <a:pt x="991218" y="1694172"/>
                </a:lnTo>
                <a:lnTo>
                  <a:pt x="999309" y="1693160"/>
                </a:lnTo>
                <a:lnTo>
                  <a:pt x="1006390" y="1691137"/>
                </a:lnTo>
                <a:lnTo>
                  <a:pt x="1012458" y="1687092"/>
                </a:lnTo>
                <a:lnTo>
                  <a:pt x="1018527" y="1683046"/>
                </a:lnTo>
                <a:lnTo>
                  <a:pt x="1023584" y="1676977"/>
                </a:lnTo>
                <a:lnTo>
                  <a:pt x="1026619" y="1670909"/>
                </a:lnTo>
                <a:lnTo>
                  <a:pt x="1028641" y="1662817"/>
                </a:lnTo>
                <a:lnTo>
                  <a:pt x="1029653" y="1655737"/>
                </a:lnTo>
                <a:lnTo>
                  <a:pt x="1029653" y="1532340"/>
                </a:lnTo>
                <a:lnTo>
                  <a:pt x="1029653" y="1532340"/>
                </a:lnTo>
                <a:lnTo>
                  <a:pt x="1029653" y="1526272"/>
                </a:lnTo>
                <a:lnTo>
                  <a:pt x="1031676" y="1520203"/>
                </a:lnTo>
                <a:lnTo>
                  <a:pt x="1033699" y="1515146"/>
                </a:lnTo>
                <a:lnTo>
                  <a:pt x="1036733" y="1510089"/>
                </a:lnTo>
                <a:lnTo>
                  <a:pt x="1040779" y="1505031"/>
                </a:lnTo>
                <a:lnTo>
                  <a:pt x="1045836" y="1501997"/>
                </a:lnTo>
                <a:lnTo>
                  <a:pt x="1050893" y="1498963"/>
                </a:lnTo>
                <a:lnTo>
                  <a:pt x="1055950" y="1495928"/>
                </a:lnTo>
                <a:lnTo>
                  <a:pt x="1055950" y="1495928"/>
                </a:lnTo>
                <a:lnTo>
                  <a:pt x="1082248" y="1486825"/>
                </a:lnTo>
                <a:lnTo>
                  <a:pt x="1108546" y="1476711"/>
                </a:lnTo>
                <a:lnTo>
                  <a:pt x="1133832" y="1465585"/>
                </a:lnTo>
                <a:lnTo>
                  <a:pt x="1158107" y="1453448"/>
                </a:lnTo>
                <a:lnTo>
                  <a:pt x="1158107" y="1453448"/>
                </a:lnTo>
                <a:lnTo>
                  <a:pt x="1164175" y="1451425"/>
                </a:lnTo>
                <a:lnTo>
                  <a:pt x="1170244" y="1450413"/>
                </a:lnTo>
                <a:lnTo>
                  <a:pt x="1176313" y="1449402"/>
                </a:lnTo>
                <a:lnTo>
                  <a:pt x="1181370" y="1450413"/>
                </a:lnTo>
                <a:lnTo>
                  <a:pt x="1187439" y="1451425"/>
                </a:lnTo>
                <a:lnTo>
                  <a:pt x="1193507" y="1454459"/>
                </a:lnTo>
                <a:lnTo>
                  <a:pt x="1198565" y="1457493"/>
                </a:lnTo>
                <a:lnTo>
                  <a:pt x="1202610" y="1461539"/>
                </a:lnTo>
                <a:lnTo>
                  <a:pt x="1289595" y="1547512"/>
                </a:lnTo>
                <a:lnTo>
                  <a:pt x="1289595" y="1547512"/>
                </a:lnTo>
                <a:lnTo>
                  <a:pt x="1295663" y="1552569"/>
                </a:lnTo>
                <a:lnTo>
                  <a:pt x="1301732" y="1556615"/>
                </a:lnTo>
                <a:lnTo>
                  <a:pt x="1308812" y="1558638"/>
                </a:lnTo>
                <a:lnTo>
                  <a:pt x="1316904" y="1558638"/>
                </a:lnTo>
                <a:lnTo>
                  <a:pt x="1323984" y="1558638"/>
                </a:lnTo>
                <a:lnTo>
                  <a:pt x="1331064" y="1556615"/>
                </a:lnTo>
                <a:lnTo>
                  <a:pt x="1337133" y="1552569"/>
                </a:lnTo>
                <a:lnTo>
                  <a:pt x="1343201" y="1547512"/>
                </a:lnTo>
                <a:lnTo>
                  <a:pt x="1548525" y="1343200"/>
                </a:lnTo>
                <a:lnTo>
                  <a:pt x="1548525" y="1343200"/>
                </a:lnTo>
                <a:lnTo>
                  <a:pt x="1552571" y="1337131"/>
                </a:lnTo>
                <a:lnTo>
                  <a:pt x="1556617" y="1331063"/>
                </a:lnTo>
                <a:lnTo>
                  <a:pt x="1558640" y="1323983"/>
                </a:lnTo>
                <a:lnTo>
                  <a:pt x="1559651" y="1315891"/>
                </a:lnTo>
                <a:lnTo>
                  <a:pt x="1558640" y="1308811"/>
                </a:lnTo>
                <a:lnTo>
                  <a:pt x="1556617" y="1301731"/>
                </a:lnTo>
                <a:lnTo>
                  <a:pt x="1552571" y="1295662"/>
                </a:lnTo>
                <a:lnTo>
                  <a:pt x="1548525" y="1289593"/>
                </a:lnTo>
                <a:lnTo>
                  <a:pt x="1461541" y="1202609"/>
                </a:lnTo>
                <a:lnTo>
                  <a:pt x="1461541" y="1202609"/>
                </a:lnTo>
                <a:lnTo>
                  <a:pt x="1457495" y="1198563"/>
                </a:lnTo>
                <a:lnTo>
                  <a:pt x="1454461" y="1192495"/>
                </a:lnTo>
                <a:lnTo>
                  <a:pt x="1452438" y="1187437"/>
                </a:lnTo>
                <a:lnTo>
                  <a:pt x="1450415" y="1181369"/>
                </a:lnTo>
                <a:lnTo>
                  <a:pt x="1450415" y="1175300"/>
                </a:lnTo>
                <a:lnTo>
                  <a:pt x="1450415" y="1170243"/>
                </a:lnTo>
                <a:lnTo>
                  <a:pt x="1451426" y="1164174"/>
                </a:lnTo>
                <a:lnTo>
                  <a:pt x="1454461" y="1158105"/>
                </a:lnTo>
                <a:lnTo>
                  <a:pt x="1454461" y="1158105"/>
                </a:lnTo>
                <a:lnTo>
                  <a:pt x="1466598" y="1133831"/>
                </a:lnTo>
                <a:lnTo>
                  <a:pt x="1476712" y="1108545"/>
                </a:lnTo>
                <a:lnTo>
                  <a:pt x="1486827" y="1082247"/>
                </a:lnTo>
                <a:lnTo>
                  <a:pt x="1495930" y="1055949"/>
                </a:lnTo>
                <a:lnTo>
                  <a:pt x="1495930" y="1055949"/>
                </a:lnTo>
                <a:lnTo>
                  <a:pt x="1498964" y="1050892"/>
                </a:lnTo>
                <a:lnTo>
                  <a:pt x="1501999" y="1045835"/>
                </a:lnTo>
                <a:lnTo>
                  <a:pt x="1506044" y="1040778"/>
                </a:lnTo>
                <a:lnTo>
                  <a:pt x="1510090" y="1036732"/>
                </a:lnTo>
                <a:lnTo>
                  <a:pt x="1515147" y="1033698"/>
                </a:lnTo>
                <a:lnTo>
                  <a:pt x="1520205" y="1031675"/>
                </a:lnTo>
                <a:lnTo>
                  <a:pt x="1526273" y="1029652"/>
                </a:lnTo>
                <a:lnTo>
                  <a:pt x="1532342" y="1029652"/>
                </a:lnTo>
                <a:lnTo>
                  <a:pt x="1655739" y="1029652"/>
                </a:lnTo>
                <a:lnTo>
                  <a:pt x="1655739" y="1029652"/>
                </a:lnTo>
                <a:lnTo>
                  <a:pt x="1663830" y="1028640"/>
                </a:lnTo>
                <a:lnTo>
                  <a:pt x="1670910" y="1026617"/>
                </a:lnTo>
                <a:lnTo>
                  <a:pt x="1676979" y="1022572"/>
                </a:lnTo>
                <a:lnTo>
                  <a:pt x="1683048" y="1018526"/>
                </a:lnTo>
                <a:lnTo>
                  <a:pt x="1687093" y="1012457"/>
                </a:lnTo>
                <a:lnTo>
                  <a:pt x="1691139" y="1006389"/>
                </a:lnTo>
                <a:lnTo>
                  <a:pt x="1693162" y="999308"/>
                </a:lnTo>
                <a:lnTo>
                  <a:pt x="1694174" y="991217"/>
                </a:lnTo>
                <a:lnTo>
                  <a:pt x="1694174" y="701943"/>
                </a:lnTo>
                <a:lnTo>
                  <a:pt x="1694174" y="701943"/>
                </a:lnTo>
                <a:lnTo>
                  <a:pt x="1693162" y="693852"/>
                </a:lnTo>
                <a:lnTo>
                  <a:pt x="1691139" y="686772"/>
                </a:lnTo>
                <a:lnTo>
                  <a:pt x="1687093" y="680703"/>
                </a:lnTo>
                <a:lnTo>
                  <a:pt x="1683048" y="674634"/>
                </a:lnTo>
                <a:lnTo>
                  <a:pt x="1676979" y="670589"/>
                </a:lnTo>
                <a:lnTo>
                  <a:pt x="1670910" y="666543"/>
                </a:lnTo>
                <a:lnTo>
                  <a:pt x="1663830" y="664520"/>
                </a:lnTo>
                <a:lnTo>
                  <a:pt x="1655739" y="663508"/>
                </a:lnTo>
                <a:lnTo>
                  <a:pt x="1655739" y="663508"/>
                </a:lnTo>
                <a:close/>
                <a:moveTo>
                  <a:pt x="846581" y="1267342"/>
                </a:moveTo>
                <a:lnTo>
                  <a:pt x="846581" y="1267342"/>
                </a:lnTo>
                <a:lnTo>
                  <a:pt x="825341" y="1266330"/>
                </a:lnTo>
                <a:lnTo>
                  <a:pt x="804100" y="1265319"/>
                </a:lnTo>
                <a:lnTo>
                  <a:pt x="782860" y="1262284"/>
                </a:lnTo>
                <a:lnTo>
                  <a:pt x="761619" y="1258239"/>
                </a:lnTo>
                <a:lnTo>
                  <a:pt x="741390" y="1254193"/>
                </a:lnTo>
                <a:lnTo>
                  <a:pt x="722173" y="1248124"/>
                </a:lnTo>
                <a:lnTo>
                  <a:pt x="701944" y="1242055"/>
                </a:lnTo>
                <a:lnTo>
                  <a:pt x="682727" y="1233964"/>
                </a:lnTo>
                <a:lnTo>
                  <a:pt x="664520" y="1225872"/>
                </a:lnTo>
                <a:lnTo>
                  <a:pt x="646314" y="1216769"/>
                </a:lnTo>
                <a:lnTo>
                  <a:pt x="629120" y="1206655"/>
                </a:lnTo>
                <a:lnTo>
                  <a:pt x="611925" y="1195529"/>
                </a:lnTo>
                <a:lnTo>
                  <a:pt x="595742" y="1183392"/>
                </a:lnTo>
                <a:lnTo>
                  <a:pt x="579559" y="1171254"/>
                </a:lnTo>
                <a:lnTo>
                  <a:pt x="564387" y="1158105"/>
                </a:lnTo>
                <a:lnTo>
                  <a:pt x="549216" y="1143945"/>
                </a:lnTo>
                <a:lnTo>
                  <a:pt x="536067" y="1129785"/>
                </a:lnTo>
                <a:lnTo>
                  <a:pt x="521906" y="1114613"/>
                </a:lnTo>
                <a:lnTo>
                  <a:pt x="509769" y="1098430"/>
                </a:lnTo>
                <a:lnTo>
                  <a:pt x="498643" y="1082247"/>
                </a:lnTo>
                <a:lnTo>
                  <a:pt x="487517" y="1065052"/>
                </a:lnTo>
                <a:lnTo>
                  <a:pt x="477403" y="1046846"/>
                </a:lnTo>
                <a:lnTo>
                  <a:pt x="468300" y="1028640"/>
                </a:lnTo>
                <a:lnTo>
                  <a:pt x="459197" y="1010434"/>
                </a:lnTo>
                <a:lnTo>
                  <a:pt x="452117" y="991217"/>
                </a:lnTo>
                <a:lnTo>
                  <a:pt x="445036" y="971999"/>
                </a:lnTo>
                <a:lnTo>
                  <a:pt x="439979" y="951770"/>
                </a:lnTo>
                <a:lnTo>
                  <a:pt x="434922" y="931542"/>
                </a:lnTo>
                <a:lnTo>
                  <a:pt x="430876" y="910301"/>
                </a:lnTo>
                <a:lnTo>
                  <a:pt x="428853" y="890072"/>
                </a:lnTo>
                <a:lnTo>
                  <a:pt x="426830" y="867820"/>
                </a:lnTo>
                <a:lnTo>
                  <a:pt x="426830" y="846580"/>
                </a:lnTo>
                <a:lnTo>
                  <a:pt x="426830" y="846580"/>
                </a:lnTo>
                <a:lnTo>
                  <a:pt x="426830" y="825340"/>
                </a:lnTo>
                <a:lnTo>
                  <a:pt x="428853" y="804099"/>
                </a:lnTo>
                <a:lnTo>
                  <a:pt x="430876" y="782859"/>
                </a:lnTo>
                <a:lnTo>
                  <a:pt x="434922" y="761619"/>
                </a:lnTo>
                <a:lnTo>
                  <a:pt x="439979" y="741390"/>
                </a:lnTo>
                <a:lnTo>
                  <a:pt x="445036" y="721161"/>
                </a:lnTo>
                <a:lnTo>
                  <a:pt x="452117" y="701943"/>
                </a:lnTo>
                <a:lnTo>
                  <a:pt x="459197" y="682726"/>
                </a:lnTo>
                <a:lnTo>
                  <a:pt x="468300" y="664520"/>
                </a:lnTo>
                <a:lnTo>
                  <a:pt x="477403" y="646314"/>
                </a:lnTo>
                <a:lnTo>
                  <a:pt x="487517" y="629119"/>
                </a:lnTo>
                <a:lnTo>
                  <a:pt x="498643" y="611925"/>
                </a:lnTo>
                <a:lnTo>
                  <a:pt x="509769" y="594730"/>
                </a:lnTo>
                <a:lnTo>
                  <a:pt x="521906" y="579558"/>
                </a:lnTo>
                <a:lnTo>
                  <a:pt x="536067" y="564387"/>
                </a:lnTo>
                <a:lnTo>
                  <a:pt x="549216" y="549215"/>
                </a:lnTo>
                <a:lnTo>
                  <a:pt x="564387" y="535055"/>
                </a:lnTo>
                <a:lnTo>
                  <a:pt x="579559" y="521906"/>
                </a:lnTo>
                <a:lnTo>
                  <a:pt x="595742" y="509769"/>
                </a:lnTo>
                <a:lnTo>
                  <a:pt x="611925" y="497631"/>
                </a:lnTo>
                <a:lnTo>
                  <a:pt x="629120" y="487517"/>
                </a:lnTo>
                <a:lnTo>
                  <a:pt x="646314" y="477402"/>
                </a:lnTo>
                <a:lnTo>
                  <a:pt x="664520" y="467288"/>
                </a:lnTo>
                <a:lnTo>
                  <a:pt x="682727" y="459196"/>
                </a:lnTo>
                <a:lnTo>
                  <a:pt x="701944" y="452116"/>
                </a:lnTo>
                <a:lnTo>
                  <a:pt x="722173" y="445036"/>
                </a:lnTo>
                <a:lnTo>
                  <a:pt x="741390" y="438967"/>
                </a:lnTo>
                <a:lnTo>
                  <a:pt x="761619" y="434922"/>
                </a:lnTo>
                <a:lnTo>
                  <a:pt x="782860" y="430876"/>
                </a:lnTo>
                <a:lnTo>
                  <a:pt x="804100" y="428853"/>
                </a:lnTo>
                <a:lnTo>
                  <a:pt x="825341" y="426830"/>
                </a:lnTo>
                <a:lnTo>
                  <a:pt x="846581" y="425819"/>
                </a:lnTo>
                <a:lnTo>
                  <a:pt x="846581" y="425819"/>
                </a:lnTo>
                <a:lnTo>
                  <a:pt x="868833" y="426830"/>
                </a:lnTo>
                <a:lnTo>
                  <a:pt x="890073" y="428853"/>
                </a:lnTo>
                <a:lnTo>
                  <a:pt x="911314" y="430876"/>
                </a:lnTo>
                <a:lnTo>
                  <a:pt x="931542" y="434922"/>
                </a:lnTo>
                <a:lnTo>
                  <a:pt x="951771" y="438967"/>
                </a:lnTo>
                <a:lnTo>
                  <a:pt x="972000" y="445036"/>
                </a:lnTo>
                <a:lnTo>
                  <a:pt x="991218" y="452116"/>
                </a:lnTo>
                <a:lnTo>
                  <a:pt x="1010435" y="459196"/>
                </a:lnTo>
                <a:lnTo>
                  <a:pt x="1028641" y="467288"/>
                </a:lnTo>
                <a:lnTo>
                  <a:pt x="1046847" y="477402"/>
                </a:lnTo>
                <a:lnTo>
                  <a:pt x="1065054" y="487517"/>
                </a:lnTo>
                <a:lnTo>
                  <a:pt x="1082248" y="497631"/>
                </a:lnTo>
                <a:lnTo>
                  <a:pt x="1098431" y="509769"/>
                </a:lnTo>
                <a:lnTo>
                  <a:pt x="1114614" y="521906"/>
                </a:lnTo>
                <a:lnTo>
                  <a:pt x="1129786" y="535055"/>
                </a:lnTo>
                <a:lnTo>
                  <a:pt x="1143946" y="549215"/>
                </a:lnTo>
                <a:lnTo>
                  <a:pt x="1158107" y="564387"/>
                </a:lnTo>
                <a:lnTo>
                  <a:pt x="1171255" y="579558"/>
                </a:lnTo>
                <a:lnTo>
                  <a:pt x="1183393" y="594730"/>
                </a:lnTo>
                <a:lnTo>
                  <a:pt x="1195530" y="611925"/>
                </a:lnTo>
                <a:lnTo>
                  <a:pt x="1206656" y="629119"/>
                </a:lnTo>
                <a:lnTo>
                  <a:pt x="1216771" y="646314"/>
                </a:lnTo>
                <a:lnTo>
                  <a:pt x="1225874" y="664520"/>
                </a:lnTo>
                <a:lnTo>
                  <a:pt x="1233965" y="682726"/>
                </a:lnTo>
                <a:lnTo>
                  <a:pt x="1242057" y="701943"/>
                </a:lnTo>
                <a:lnTo>
                  <a:pt x="1248125" y="721161"/>
                </a:lnTo>
                <a:lnTo>
                  <a:pt x="1254194" y="741390"/>
                </a:lnTo>
                <a:lnTo>
                  <a:pt x="1258240" y="761619"/>
                </a:lnTo>
                <a:lnTo>
                  <a:pt x="1262286" y="782859"/>
                </a:lnTo>
                <a:lnTo>
                  <a:pt x="1265320" y="804099"/>
                </a:lnTo>
                <a:lnTo>
                  <a:pt x="1266331" y="825340"/>
                </a:lnTo>
                <a:lnTo>
                  <a:pt x="1267343" y="846580"/>
                </a:lnTo>
                <a:lnTo>
                  <a:pt x="1267343" y="846580"/>
                </a:lnTo>
                <a:lnTo>
                  <a:pt x="1266331" y="867820"/>
                </a:lnTo>
                <a:lnTo>
                  <a:pt x="1265320" y="890072"/>
                </a:lnTo>
                <a:lnTo>
                  <a:pt x="1262286" y="910301"/>
                </a:lnTo>
                <a:lnTo>
                  <a:pt x="1258240" y="931542"/>
                </a:lnTo>
                <a:lnTo>
                  <a:pt x="1254194" y="951770"/>
                </a:lnTo>
                <a:lnTo>
                  <a:pt x="1248125" y="971999"/>
                </a:lnTo>
                <a:lnTo>
                  <a:pt x="1242057" y="991217"/>
                </a:lnTo>
                <a:lnTo>
                  <a:pt x="1233965" y="1010434"/>
                </a:lnTo>
                <a:lnTo>
                  <a:pt x="1225874" y="1028640"/>
                </a:lnTo>
                <a:lnTo>
                  <a:pt x="1216771" y="1046846"/>
                </a:lnTo>
                <a:lnTo>
                  <a:pt x="1206656" y="1065052"/>
                </a:lnTo>
                <a:lnTo>
                  <a:pt x="1195530" y="1082247"/>
                </a:lnTo>
                <a:lnTo>
                  <a:pt x="1183393" y="1098430"/>
                </a:lnTo>
                <a:lnTo>
                  <a:pt x="1171255" y="1114613"/>
                </a:lnTo>
                <a:lnTo>
                  <a:pt x="1158107" y="1129785"/>
                </a:lnTo>
                <a:lnTo>
                  <a:pt x="1143946" y="1143945"/>
                </a:lnTo>
                <a:lnTo>
                  <a:pt x="1129786" y="1158105"/>
                </a:lnTo>
                <a:lnTo>
                  <a:pt x="1114614" y="1171254"/>
                </a:lnTo>
                <a:lnTo>
                  <a:pt x="1098431" y="1183392"/>
                </a:lnTo>
                <a:lnTo>
                  <a:pt x="1082248" y="1195529"/>
                </a:lnTo>
                <a:lnTo>
                  <a:pt x="1065054" y="1206655"/>
                </a:lnTo>
                <a:lnTo>
                  <a:pt x="1046847" y="1216769"/>
                </a:lnTo>
                <a:lnTo>
                  <a:pt x="1028641" y="1225872"/>
                </a:lnTo>
                <a:lnTo>
                  <a:pt x="1010435" y="1233964"/>
                </a:lnTo>
                <a:lnTo>
                  <a:pt x="991218" y="1242055"/>
                </a:lnTo>
                <a:lnTo>
                  <a:pt x="972000" y="1248124"/>
                </a:lnTo>
                <a:lnTo>
                  <a:pt x="951771" y="1254193"/>
                </a:lnTo>
                <a:lnTo>
                  <a:pt x="931542" y="1258239"/>
                </a:lnTo>
                <a:lnTo>
                  <a:pt x="911314" y="1262284"/>
                </a:lnTo>
                <a:lnTo>
                  <a:pt x="890073" y="1265319"/>
                </a:lnTo>
                <a:lnTo>
                  <a:pt x="868833" y="1266330"/>
                </a:lnTo>
                <a:lnTo>
                  <a:pt x="846581" y="1267342"/>
                </a:lnTo>
                <a:lnTo>
                  <a:pt x="846581" y="1267342"/>
                </a:lnTo>
                <a:close/>
              </a:path>
            </a:pathLst>
          </a:custGeom>
          <a:solidFill>
            <a:srgbClr val="E4D3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-512523" y="8195204"/>
            <a:ext cx="1272500" cy="1272750"/>
          </a:xfrm>
          <a:custGeom>
            <a:rect b="b" l="l" r="r" t="t"/>
            <a:pathLst>
              <a:path extrusionOk="0" h="1694172" w="1694174">
                <a:moveTo>
                  <a:pt x="1655739" y="663508"/>
                </a:moveTo>
                <a:lnTo>
                  <a:pt x="1532342" y="663508"/>
                </a:lnTo>
                <a:lnTo>
                  <a:pt x="1532342" y="663508"/>
                </a:lnTo>
                <a:lnTo>
                  <a:pt x="1526273" y="663508"/>
                </a:lnTo>
                <a:lnTo>
                  <a:pt x="1520205" y="661485"/>
                </a:lnTo>
                <a:lnTo>
                  <a:pt x="1515147" y="659463"/>
                </a:lnTo>
                <a:lnTo>
                  <a:pt x="1510090" y="656428"/>
                </a:lnTo>
                <a:lnTo>
                  <a:pt x="1506044" y="652382"/>
                </a:lnTo>
                <a:lnTo>
                  <a:pt x="1501999" y="648337"/>
                </a:lnTo>
                <a:lnTo>
                  <a:pt x="1498964" y="643279"/>
                </a:lnTo>
                <a:lnTo>
                  <a:pt x="1495930" y="637211"/>
                </a:lnTo>
                <a:lnTo>
                  <a:pt x="1495930" y="637211"/>
                </a:lnTo>
                <a:lnTo>
                  <a:pt x="1486827" y="610913"/>
                </a:lnTo>
                <a:lnTo>
                  <a:pt x="1476712" y="584616"/>
                </a:lnTo>
                <a:lnTo>
                  <a:pt x="1466598" y="560341"/>
                </a:lnTo>
                <a:lnTo>
                  <a:pt x="1454461" y="535055"/>
                </a:lnTo>
                <a:lnTo>
                  <a:pt x="1454461" y="535055"/>
                </a:lnTo>
                <a:lnTo>
                  <a:pt x="1451426" y="528986"/>
                </a:lnTo>
                <a:lnTo>
                  <a:pt x="1450415" y="523929"/>
                </a:lnTo>
                <a:lnTo>
                  <a:pt x="1450415" y="517860"/>
                </a:lnTo>
                <a:lnTo>
                  <a:pt x="1450415" y="511791"/>
                </a:lnTo>
                <a:lnTo>
                  <a:pt x="1452438" y="505723"/>
                </a:lnTo>
                <a:lnTo>
                  <a:pt x="1454461" y="500666"/>
                </a:lnTo>
                <a:lnTo>
                  <a:pt x="1457495" y="495608"/>
                </a:lnTo>
                <a:lnTo>
                  <a:pt x="1461541" y="490551"/>
                </a:lnTo>
                <a:lnTo>
                  <a:pt x="1548525" y="403567"/>
                </a:lnTo>
                <a:lnTo>
                  <a:pt x="1548525" y="403567"/>
                </a:lnTo>
                <a:lnTo>
                  <a:pt x="1552571" y="397498"/>
                </a:lnTo>
                <a:lnTo>
                  <a:pt x="1556617" y="391429"/>
                </a:lnTo>
                <a:lnTo>
                  <a:pt x="1558640" y="384349"/>
                </a:lnTo>
                <a:lnTo>
                  <a:pt x="1559651" y="377269"/>
                </a:lnTo>
                <a:lnTo>
                  <a:pt x="1558640" y="370189"/>
                </a:lnTo>
                <a:lnTo>
                  <a:pt x="1556617" y="363109"/>
                </a:lnTo>
                <a:lnTo>
                  <a:pt x="1552571" y="356029"/>
                </a:lnTo>
                <a:lnTo>
                  <a:pt x="1548525" y="349960"/>
                </a:lnTo>
                <a:lnTo>
                  <a:pt x="1343201" y="145648"/>
                </a:lnTo>
                <a:lnTo>
                  <a:pt x="1343201" y="145648"/>
                </a:lnTo>
                <a:lnTo>
                  <a:pt x="1337133" y="140591"/>
                </a:lnTo>
                <a:lnTo>
                  <a:pt x="1331064" y="136545"/>
                </a:lnTo>
                <a:lnTo>
                  <a:pt x="1323984" y="134522"/>
                </a:lnTo>
                <a:lnTo>
                  <a:pt x="1316904" y="134522"/>
                </a:lnTo>
                <a:lnTo>
                  <a:pt x="1308812" y="134522"/>
                </a:lnTo>
                <a:lnTo>
                  <a:pt x="1301732" y="136545"/>
                </a:lnTo>
                <a:lnTo>
                  <a:pt x="1295663" y="140591"/>
                </a:lnTo>
                <a:lnTo>
                  <a:pt x="1289595" y="145648"/>
                </a:lnTo>
                <a:lnTo>
                  <a:pt x="1202610" y="231621"/>
                </a:lnTo>
                <a:lnTo>
                  <a:pt x="1202610" y="231621"/>
                </a:lnTo>
                <a:lnTo>
                  <a:pt x="1198565" y="235667"/>
                </a:lnTo>
                <a:lnTo>
                  <a:pt x="1193507" y="239713"/>
                </a:lnTo>
                <a:lnTo>
                  <a:pt x="1187439" y="241735"/>
                </a:lnTo>
                <a:lnTo>
                  <a:pt x="1181370" y="242747"/>
                </a:lnTo>
                <a:lnTo>
                  <a:pt x="1176313" y="243758"/>
                </a:lnTo>
                <a:lnTo>
                  <a:pt x="1170244" y="242747"/>
                </a:lnTo>
                <a:lnTo>
                  <a:pt x="1164175" y="241735"/>
                </a:lnTo>
                <a:lnTo>
                  <a:pt x="1158107" y="239713"/>
                </a:lnTo>
                <a:lnTo>
                  <a:pt x="1158107" y="239713"/>
                </a:lnTo>
                <a:lnTo>
                  <a:pt x="1133832" y="227575"/>
                </a:lnTo>
                <a:lnTo>
                  <a:pt x="1108546" y="216449"/>
                </a:lnTo>
                <a:lnTo>
                  <a:pt x="1082248" y="206335"/>
                </a:lnTo>
                <a:lnTo>
                  <a:pt x="1055950" y="197232"/>
                </a:lnTo>
                <a:lnTo>
                  <a:pt x="1055950" y="197232"/>
                </a:lnTo>
                <a:lnTo>
                  <a:pt x="1050893" y="195209"/>
                </a:lnTo>
                <a:lnTo>
                  <a:pt x="1045836" y="192175"/>
                </a:lnTo>
                <a:lnTo>
                  <a:pt x="1040779" y="188129"/>
                </a:lnTo>
                <a:lnTo>
                  <a:pt x="1036733" y="183072"/>
                </a:lnTo>
                <a:lnTo>
                  <a:pt x="1033699" y="179026"/>
                </a:lnTo>
                <a:lnTo>
                  <a:pt x="1031676" y="172957"/>
                </a:lnTo>
                <a:lnTo>
                  <a:pt x="1029653" y="166888"/>
                </a:lnTo>
                <a:lnTo>
                  <a:pt x="1029653" y="160820"/>
                </a:lnTo>
                <a:lnTo>
                  <a:pt x="1029653" y="37423"/>
                </a:lnTo>
                <a:lnTo>
                  <a:pt x="1029653" y="37423"/>
                </a:lnTo>
                <a:lnTo>
                  <a:pt x="1028641" y="30343"/>
                </a:lnTo>
                <a:lnTo>
                  <a:pt x="1026619" y="23263"/>
                </a:lnTo>
                <a:lnTo>
                  <a:pt x="1023584" y="16183"/>
                </a:lnTo>
                <a:lnTo>
                  <a:pt x="1018527" y="11126"/>
                </a:lnTo>
                <a:lnTo>
                  <a:pt x="1012458" y="6069"/>
                </a:lnTo>
                <a:lnTo>
                  <a:pt x="1006390" y="3034"/>
                </a:lnTo>
                <a:lnTo>
                  <a:pt x="999309" y="0"/>
                </a:lnTo>
                <a:lnTo>
                  <a:pt x="991218" y="0"/>
                </a:lnTo>
                <a:lnTo>
                  <a:pt x="701944" y="0"/>
                </a:lnTo>
                <a:lnTo>
                  <a:pt x="701944" y="0"/>
                </a:lnTo>
                <a:lnTo>
                  <a:pt x="694864" y="0"/>
                </a:lnTo>
                <a:lnTo>
                  <a:pt x="686772" y="3034"/>
                </a:lnTo>
                <a:lnTo>
                  <a:pt x="680704" y="6069"/>
                </a:lnTo>
                <a:lnTo>
                  <a:pt x="675646" y="11126"/>
                </a:lnTo>
                <a:lnTo>
                  <a:pt x="670589" y="16183"/>
                </a:lnTo>
                <a:lnTo>
                  <a:pt x="666543" y="23263"/>
                </a:lnTo>
                <a:lnTo>
                  <a:pt x="664520" y="30343"/>
                </a:lnTo>
                <a:lnTo>
                  <a:pt x="663509" y="37423"/>
                </a:lnTo>
                <a:lnTo>
                  <a:pt x="663509" y="160820"/>
                </a:lnTo>
                <a:lnTo>
                  <a:pt x="663509" y="160820"/>
                </a:lnTo>
                <a:lnTo>
                  <a:pt x="663509" y="166888"/>
                </a:lnTo>
                <a:lnTo>
                  <a:pt x="662498" y="172957"/>
                </a:lnTo>
                <a:lnTo>
                  <a:pt x="659463" y="179026"/>
                </a:lnTo>
                <a:lnTo>
                  <a:pt x="656429" y="183072"/>
                </a:lnTo>
                <a:lnTo>
                  <a:pt x="652383" y="188129"/>
                </a:lnTo>
                <a:lnTo>
                  <a:pt x="648337" y="192175"/>
                </a:lnTo>
                <a:lnTo>
                  <a:pt x="643280" y="195209"/>
                </a:lnTo>
                <a:lnTo>
                  <a:pt x="637211" y="197232"/>
                </a:lnTo>
                <a:lnTo>
                  <a:pt x="637211" y="197232"/>
                </a:lnTo>
                <a:lnTo>
                  <a:pt x="610914" y="206335"/>
                </a:lnTo>
                <a:lnTo>
                  <a:pt x="585628" y="216449"/>
                </a:lnTo>
                <a:lnTo>
                  <a:pt x="560341" y="227575"/>
                </a:lnTo>
                <a:lnTo>
                  <a:pt x="535055" y="239713"/>
                </a:lnTo>
                <a:lnTo>
                  <a:pt x="535055" y="239713"/>
                </a:lnTo>
                <a:lnTo>
                  <a:pt x="529998" y="241735"/>
                </a:lnTo>
                <a:lnTo>
                  <a:pt x="523929" y="242747"/>
                </a:lnTo>
                <a:lnTo>
                  <a:pt x="517861" y="243758"/>
                </a:lnTo>
                <a:lnTo>
                  <a:pt x="511792" y="242747"/>
                </a:lnTo>
                <a:lnTo>
                  <a:pt x="505723" y="241735"/>
                </a:lnTo>
                <a:lnTo>
                  <a:pt x="500666" y="239713"/>
                </a:lnTo>
                <a:lnTo>
                  <a:pt x="495609" y="235667"/>
                </a:lnTo>
                <a:lnTo>
                  <a:pt x="490552" y="231621"/>
                </a:lnTo>
                <a:lnTo>
                  <a:pt x="403567" y="145648"/>
                </a:lnTo>
                <a:lnTo>
                  <a:pt x="403567" y="145648"/>
                </a:lnTo>
                <a:lnTo>
                  <a:pt x="398510" y="140591"/>
                </a:lnTo>
                <a:lnTo>
                  <a:pt x="391430" y="136545"/>
                </a:lnTo>
                <a:lnTo>
                  <a:pt x="384350" y="134522"/>
                </a:lnTo>
                <a:lnTo>
                  <a:pt x="377269" y="134522"/>
                </a:lnTo>
                <a:lnTo>
                  <a:pt x="370189" y="134522"/>
                </a:lnTo>
                <a:lnTo>
                  <a:pt x="363109" y="136545"/>
                </a:lnTo>
                <a:lnTo>
                  <a:pt x="356029" y="140591"/>
                </a:lnTo>
                <a:lnTo>
                  <a:pt x="349960" y="145648"/>
                </a:lnTo>
                <a:lnTo>
                  <a:pt x="145648" y="349960"/>
                </a:lnTo>
                <a:lnTo>
                  <a:pt x="145648" y="349960"/>
                </a:lnTo>
                <a:lnTo>
                  <a:pt x="140591" y="356029"/>
                </a:lnTo>
                <a:lnTo>
                  <a:pt x="137557" y="363109"/>
                </a:lnTo>
                <a:lnTo>
                  <a:pt x="135534" y="370189"/>
                </a:lnTo>
                <a:lnTo>
                  <a:pt x="134522" y="377269"/>
                </a:lnTo>
                <a:lnTo>
                  <a:pt x="135534" y="384349"/>
                </a:lnTo>
                <a:lnTo>
                  <a:pt x="137557" y="391429"/>
                </a:lnTo>
                <a:lnTo>
                  <a:pt x="140591" y="397498"/>
                </a:lnTo>
                <a:lnTo>
                  <a:pt x="145648" y="403567"/>
                </a:lnTo>
                <a:lnTo>
                  <a:pt x="232633" y="490551"/>
                </a:lnTo>
                <a:lnTo>
                  <a:pt x="232633" y="490551"/>
                </a:lnTo>
                <a:lnTo>
                  <a:pt x="235667" y="495608"/>
                </a:lnTo>
                <a:lnTo>
                  <a:pt x="239713" y="500666"/>
                </a:lnTo>
                <a:lnTo>
                  <a:pt x="241736" y="505723"/>
                </a:lnTo>
                <a:lnTo>
                  <a:pt x="242747" y="511791"/>
                </a:lnTo>
                <a:lnTo>
                  <a:pt x="243758" y="517860"/>
                </a:lnTo>
                <a:lnTo>
                  <a:pt x="243758" y="523929"/>
                </a:lnTo>
                <a:lnTo>
                  <a:pt x="241736" y="528986"/>
                </a:lnTo>
                <a:lnTo>
                  <a:pt x="239713" y="535055"/>
                </a:lnTo>
                <a:lnTo>
                  <a:pt x="239713" y="535055"/>
                </a:lnTo>
                <a:lnTo>
                  <a:pt x="227575" y="560341"/>
                </a:lnTo>
                <a:lnTo>
                  <a:pt x="216449" y="584616"/>
                </a:lnTo>
                <a:lnTo>
                  <a:pt x="206335" y="610913"/>
                </a:lnTo>
                <a:lnTo>
                  <a:pt x="197232" y="637211"/>
                </a:lnTo>
                <a:lnTo>
                  <a:pt x="197232" y="637211"/>
                </a:lnTo>
                <a:lnTo>
                  <a:pt x="195209" y="643279"/>
                </a:lnTo>
                <a:lnTo>
                  <a:pt x="192175" y="648337"/>
                </a:lnTo>
                <a:lnTo>
                  <a:pt x="188129" y="652382"/>
                </a:lnTo>
                <a:lnTo>
                  <a:pt x="184083" y="656428"/>
                </a:lnTo>
                <a:lnTo>
                  <a:pt x="179026" y="659463"/>
                </a:lnTo>
                <a:lnTo>
                  <a:pt x="172957" y="661485"/>
                </a:lnTo>
                <a:lnTo>
                  <a:pt x="167900" y="663508"/>
                </a:lnTo>
                <a:lnTo>
                  <a:pt x="161831" y="663508"/>
                </a:lnTo>
                <a:lnTo>
                  <a:pt x="37423" y="663508"/>
                </a:lnTo>
                <a:lnTo>
                  <a:pt x="37423" y="663508"/>
                </a:lnTo>
                <a:lnTo>
                  <a:pt x="30343" y="664520"/>
                </a:lnTo>
                <a:lnTo>
                  <a:pt x="23263" y="666543"/>
                </a:lnTo>
                <a:lnTo>
                  <a:pt x="16183" y="670589"/>
                </a:lnTo>
                <a:lnTo>
                  <a:pt x="11126" y="674634"/>
                </a:lnTo>
                <a:lnTo>
                  <a:pt x="6068" y="680703"/>
                </a:lnTo>
                <a:lnTo>
                  <a:pt x="3034" y="686772"/>
                </a:lnTo>
                <a:lnTo>
                  <a:pt x="1011" y="693852"/>
                </a:lnTo>
                <a:lnTo>
                  <a:pt x="0" y="701943"/>
                </a:lnTo>
                <a:lnTo>
                  <a:pt x="0" y="991217"/>
                </a:lnTo>
                <a:lnTo>
                  <a:pt x="0" y="991217"/>
                </a:lnTo>
                <a:lnTo>
                  <a:pt x="1011" y="999308"/>
                </a:lnTo>
                <a:lnTo>
                  <a:pt x="3034" y="1006389"/>
                </a:lnTo>
                <a:lnTo>
                  <a:pt x="6068" y="1012457"/>
                </a:lnTo>
                <a:lnTo>
                  <a:pt x="11126" y="1018526"/>
                </a:lnTo>
                <a:lnTo>
                  <a:pt x="16183" y="1022572"/>
                </a:lnTo>
                <a:lnTo>
                  <a:pt x="23263" y="1026617"/>
                </a:lnTo>
                <a:lnTo>
                  <a:pt x="30343" y="1028640"/>
                </a:lnTo>
                <a:lnTo>
                  <a:pt x="37423" y="1029652"/>
                </a:lnTo>
                <a:lnTo>
                  <a:pt x="161831" y="1029652"/>
                </a:lnTo>
                <a:lnTo>
                  <a:pt x="161831" y="1029652"/>
                </a:lnTo>
                <a:lnTo>
                  <a:pt x="167900" y="1029652"/>
                </a:lnTo>
                <a:lnTo>
                  <a:pt x="172957" y="1031675"/>
                </a:lnTo>
                <a:lnTo>
                  <a:pt x="179026" y="1033698"/>
                </a:lnTo>
                <a:lnTo>
                  <a:pt x="184083" y="1036732"/>
                </a:lnTo>
                <a:lnTo>
                  <a:pt x="188129" y="1040778"/>
                </a:lnTo>
                <a:lnTo>
                  <a:pt x="192175" y="1045835"/>
                </a:lnTo>
                <a:lnTo>
                  <a:pt x="195209" y="1050892"/>
                </a:lnTo>
                <a:lnTo>
                  <a:pt x="197232" y="1055949"/>
                </a:lnTo>
                <a:lnTo>
                  <a:pt x="197232" y="1055949"/>
                </a:lnTo>
                <a:lnTo>
                  <a:pt x="206335" y="1082247"/>
                </a:lnTo>
                <a:lnTo>
                  <a:pt x="216449" y="1108545"/>
                </a:lnTo>
                <a:lnTo>
                  <a:pt x="227575" y="1133831"/>
                </a:lnTo>
                <a:lnTo>
                  <a:pt x="239713" y="1158105"/>
                </a:lnTo>
                <a:lnTo>
                  <a:pt x="239713" y="1158105"/>
                </a:lnTo>
                <a:lnTo>
                  <a:pt x="241736" y="1164174"/>
                </a:lnTo>
                <a:lnTo>
                  <a:pt x="243758" y="1170243"/>
                </a:lnTo>
                <a:lnTo>
                  <a:pt x="243758" y="1175300"/>
                </a:lnTo>
                <a:lnTo>
                  <a:pt x="242747" y="1181369"/>
                </a:lnTo>
                <a:lnTo>
                  <a:pt x="241736" y="1187437"/>
                </a:lnTo>
                <a:lnTo>
                  <a:pt x="239713" y="1192495"/>
                </a:lnTo>
                <a:lnTo>
                  <a:pt x="235667" y="1198563"/>
                </a:lnTo>
                <a:lnTo>
                  <a:pt x="232633" y="1202609"/>
                </a:lnTo>
                <a:lnTo>
                  <a:pt x="145648" y="1289593"/>
                </a:lnTo>
                <a:lnTo>
                  <a:pt x="145648" y="1289593"/>
                </a:lnTo>
                <a:lnTo>
                  <a:pt x="140591" y="1295662"/>
                </a:lnTo>
                <a:lnTo>
                  <a:pt x="137557" y="1301731"/>
                </a:lnTo>
                <a:lnTo>
                  <a:pt x="135534" y="1308811"/>
                </a:lnTo>
                <a:lnTo>
                  <a:pt x="134522" y="1315891"/>
                </a:lnTo>
                <a:lnTo>
                  <a:pt x="135534" y="1323983"/>
                </a:lnTo>
                <a:lnTo>
                  <a:pt x="137557" y="1331063"/>
                </a:lnTo>
                <a:lnTo>
                  <a:pt x="140591" y="1337131"/>
                </a:lnTo>
                <a:lnTo>
                  <a:pt x="145648" y="1343200"/>
                </a:lnTo>
                <a:lnTo>
                  <a:pt x="349960" y="1547512"/>
                </a:lnTo>
                <a:lnTo>
                  <a:pt x="349960" y="1547512"/>
                </a:lnTo>
                <a:lnTo>
                  <a:pt x="356029" y="1552569"/>
                </a:lnTo>
                <a:lnTo>
                  <a:pt x="363109" y="1556615"/>
                </a:lnTo>
                <a:lnTo>
                  <a:pt x="370189" y="1558638"/>
                </a:lnTo>
                <a:lnTo>
                  <a:pt x="377269" y="1558638"/>
                </a:lnTo>
                <a:lnTo>
                  <a:pt x="384350" y="1558638"/>
                </a:lnTo>
                <a:lnTo>
                  <a:pt x="391430" y="1556615"/>
                </a:lnTo>
                <a:lnTo>
                  <a:pt x="398510" y="1552569"/>
                </a:lnTo>
                <a:lnTo>
                  <a:pt x="403567" y="1547512"/>
                </a:lnTo>
                <a:lnTo>
                  <a:pt x="490552" y="1461539"/>
                </a:lnTo>
                <a:lnTo>
                  <a:pt x="490552" y="1461539"/>
                </a:lnTo>
                <a:lnTo>
                  <a:pt x="495609" y="1457493"/>
                </a:lnTo>
                <a:lnTo>
                  <a:pt x="500666" y="1454459"/>
                </a:lnTo>
                <a:lnTo>
                  <a:pt x="505723" y="1451425"/>
                </a:lnTo>
                <a:lnTo>
                  <a:pt x="511792" y="1450413"/>
                </a:lnTo>
                <a:lnTo>
                  <a:pt x="517861" y="1449402"/>
                </a:lnTo>
                <a:lnTo>
                  <a:pt x="523929" y="1450413"/>
                </a:lnTo>
                <a:lnTo>
                  <a:pt x="529998" y="1451425"/>
                </a:lnTo>
                <a:lnTo>
                  <a:pt x="535055" y="1453448"/>
                </a:lnTo>
                <a:lnTo>
                  <a:pt x="535055" y="1453448"/>
                </a:lnTo>
                <a:lnTo>
                  <a:pt x="560341" y="1465585"/>
                </a:lnTo>
                <a:lnTo>
                  <a:pt x="585628" y="1476711"/>
                </a:lnTo>
                <a:lnTo>
                  <a:pt x="610914" y="1486825"/>
                </a:lnTo>
                <a:lnTo>
                  <a:pt x="637211" y="1495928"/>
                </a:lnTo>
                <a:lnTo>
                  <a:pt x="637211" y="1495928"/>
                </a:lnTo>
                <a:lnTo>
                  <a:pt x="643280" y="1498963"/>
                </a:lnTo>
                <a:lnTo>
                  <a:pt x="648337" y="1501997"/>
                </a:lnTo>
                <a:lnTo>
                  <a:pt x="652383" y="1505031"/>
                </a:lnTo>
                <a:lnTo>
                  <a:pt x="656429" y="1510089"/>
                </a:lnTo>
                <a:lnTo>
                  <a:pt x="659463" y="1515146"/>
                </a:lnTo>
                <a:lnTo>
                  <a:pt x="662498" y="1520203"/>
                </a:lnTo>
                <a:lnTo>
                  <a:pt x="663509" y="1526272"/>
                </a:lnTo>
                <a:lnTo>
                  <a:pt x="663509" y="1532340"/>
                </a:lnTo>
                <a:lnTo>
                  <a:pt x="663509" y="1655737"/>
                </a:lnTo>
                <a:lnTo>
                  <a:pt x="663509" y="1655737"/>
                </a:lnTo>
                <a:lnTo>
                  <a:pt x="664520" y="1662817"/>
                </a:lnTo>
                <a:lnTo>
                  <a:pt x="666543" y="1670909"/>
                </a:lnTo>
                <a:lnTo>
                  <a:pt x="670589" y="1676977"/>
                </a:lnTo>
                <a:lnTo>
                  <a:pt x="675646" y="1683046"/>
                </a:lnTo>
                <a:lnTo>
                  <a:pt x="680704" y="1687092"/>
                </a:lnTo>
                <a:lnTo>
                  <a:pt x="686772" y="1691137"/>
                </a:lnTo>
                <a:lnTo>
                  <a:pt x="694864" y="1693160"/>
                </a:lnTo>
                <a:lnTo>
                  <a:pt x="701944" y="1694172"/>
                </a:lnTo>
                <a:lnTo>
                  <a:pt x="991218" y="1694172"/>
                </a:lnTo>
                <a:lnTo>
                  <a:pt x="991218" y="1694172"/>
                </a:lnTo>
                <a:lnTo>
                  <a:pt x="999309" y="1693160"/>
                </a:lnTo>
                <a:lnTo>
                  <a:pt x="1006390" y="1691137"/>
                </a:lnTo>
                <a:lnTo>
                  <a:pt x="1012458" y="1687092"/>
                </a:lnTo>
                <a:lnTo>
                  <a:pt x="1018527" y="1683046"/>
                </a:lnTo>
                <a:lnTo>
                  <a:pt x="1023584" y="1676977"/>
                </a:lnTo>
                <a:lnTo>
                  <a:pt x="1026619" y="1670909"/>
                </a:lnTo>
                <a:lnTo>
                  <a:pt x="1028641" y="1662817"/>
                </a:lnTo>
                <a:lnTo>
                  <a:pt x="1029653" y="1655737"/>
                </a:lnTo>
                <a:lnTo>
                  <a:pt x="1029653" y="1532340"/>
                </a:lnTo>
                <a:lnTo>
                  <a:pt x="1029653" y="1532340"/>
                </a:lnTo>
                <a:lnTo>
                  <a:pt x="1029653" y="1526272"/>
                </a:lnTo>
                <a:lnTo>
                  <a:pt x="1031676" y="1520203"/>
                </a:lnTo>
                <a:lnTo>
                  <a:pt x="1033699" y="1515146"/>
                </a:lnTo>
                <a:lnTo>
                  <a:pt x="1036733" y="1510089"/>
                </a:lnTo>
                <a:lnTo>
                  <a:pt x="1040779" y="1505031"/>
                </a:lnTo>
                <a:lnTo>
                  <a:pt x="1045836" y="1501997"/>
                </a:lnTo>
                <a:lnTo>
                  <a:pt x="1050893" y="1498963"/>
                </a:lnTo>
                <a:lnTo>
                  <a:pt x="1055950" y="1495928"/>
                </a:lnTo>
                <a:lnTo>
                  <a:pt x="1055950" y="1495928"/>
                </a:lnTo>
                <a:lnTo>
                  <a:pt x="1082248" y="1486825"/>
                </a:lnTo>
                <a:lnTo>
                  <a:pt x="1108546" y="1476711"/>
                </a:lnTo>
                <a:lnTo>
                  <a:pt x="1133832" y="1465585"/>
                </a:lnTo>
                <a:lnTo>
                  <a:pt x="1158107" y="1453448"/>
                </a:lnTo>
                <a:lnTo>
                  <a:pt x="1158107" y="1453448"/>
                </a:lnTo>
                <a:lnTo>
                  <a:pt x="1164175" y="1451425"/>
                </a:lnTo>
                <a:lnTo>
                  <a:pt x="1170244" y="1450413"/>
                </a:lnTo>
                <a:lnTo>
                  <a:pt x="1176313" y="1449402"/>
                </a:lnTo>
                <a:lnTo>
                  <a:pt x="1181370" y="1450413"/>
                </a:lnTo>
                <a:lnTo>
                  <a:pt x="1187439" y="1451425"/>
                </a:lnTo>
                <a:lnTo>
                  <a:pt x="1193507" y="1454459"/>
                </a:lnTo>
                <a:lnTo>
                  <a:pt x="1198565" y="1457493"/>
                </a:lnTo>
                <a:lnTo>
                  <a:pt x="1202610" y="1461539"/>
                </a:lnTo>
                <a:lnTo>
                  <a:pt x="1289595" y="1547512"/>
                </a:lnTo>
                <a:lnTo>
                  <a:pt x="1289595" y="1547512"/>
                </a:lnTo>
                <a:lnTo>
                  <a:pt x="1295663" y="1552569"/>
                </a:lnTo>
                <a:lnTo>
                  <a:pt x="1301732" y="1556615"/>
                </a:lnTo>
                <a:lnTo>
                  <a:pt x="1308812" y="1558638"/>
                </a:lnTo>
                <a:lnTo>
                  <a:pt x="1316904" y="1558638"/>
                </a:lnTo>
                <a:lnTo>
                  <a:pt x="1323984" y="1558638"/>
                </a:lnTo>
                <a:lnTo>
                  <a:pt x="1331064" y="1556615"/>
                </a:lnTo>
                <a:lnTo>
                  <a:pt x="1337133" y="1552569"/>
                </a:lnTo>
                <a:lnTo>
                  <a:pt x="1343201" y="1547512"/>
                </a:lnTo>
                <a:lnTo>
                  <a:pt x="1548525" y="1343200"/>
                </a:lnTo>
                <a:lnTo>
                  <a:pt x="1548525" y="1343200"/>
                </a:lnTo>
                <a:lnTo>
                  <a:pt x="1552571" y="1337131"/>
                </a:lnTo>
                <a:lnTo>
                  <a:pt x="1556617" y="1331063"/>
                </a:lnTo>
                <a:lnTo>
                  <a:pt x="1558640" y="1323983"/>
                </a:lnTo>
                <a:lnTo>
                  <a:pt x="1559651" y="1315891"/>
                </a:lnTo>
                <a:lnTo>
                  <a:pt x="1558640" y="1308811"/>
                </a:lnTo>
                <a:lnTo>
                  <a:pt x="1556617" y="1301731"/>
                </a:lnTo>
                <a:lnTo>
                  <a:pt x="1552571" y="1295662"/>
                </a:lnTo>
                <a:lnTo>
                  <a:pt x="1548525" y="1289593"/>
                </a:lnTo>
                <a:lnTo>
                  <a:pt x="1461541" y="1202609"/>
                </a:lnTo>
                <a:lnTo>
                  <a:pt x="1461541" y="1202609"/>
                </a:lnTo>
                <a:lnTo>
                  <a:pt x="1457495" y="1198563"/>
                </a:lnTo>
                <a:lnTo>
                  <a:pt x="1454461" y="1192495"/>
                </a:lnTo>
                <a:lnTo>
                  <a:pt x="1452438" y="1187437"/>
                </a:lnTo>
                <a:lnTo>
                  <a:pt x="1450415" y="1181369"/>
                </a:lnTo>
                <a:lnTo>
                  <a:pt x="1450415" y="1175300"/>
                </a:lnTo>
                <a:lnTo>
                  <a:pt x="1450415" y="1170243"/>
                </a:lnTo>
                <a:lnTo>
                  <a:pt x="1451426" y="1164174"/>
                </a:lnTo>
                <a:lnTo>
                  <a:pt x="1454461" y="1158105"/>
                </a:lnTo>
                <a:lnTo>
                  <a:pt x="1454461" y="1158105"/>
                </a:lnTo>
                <a:lnTo>
                  <a:pt x="1466598" y="1133831"/>
                </a:lnTo>
                <a:lnTo>
                  <a:pt x="1476712" y="1108545"/>
                </a:lnTo>
                <a:lnTo>
                  <a:pt x="1486827" y="1082247"/>
                </a:lnTo>
                <a:lnTo>
                  <a:pt x="1495930" y="1055949"/>
                </a:lnTo>
                <a:lnTo>
                  <a:pt x="1495930" y="1055949"/>
                </a:lnTo>
                <a:lnTo>
                  <a:pt x="1498964" y="1050892"/>
                </a:lnTo>
                <a:lnTo>
                  <a:pt x="1501999" y="1045835"/>
                </a:lnTo>
                <a:lnTo>
                  <a:pt x="1506044" y="1040778"/>
                </a:lnTo>
                <a:lnTo>
                  <a:pt x="1510090" y="1036732"/>
                </a:lnTo>
                <a:lnTo>
                  <a:pt x="1515147" y="1033698"/>
                </a:lnTo>
                <a:lnTo>
                  <a:pt x="1520205" y="1031675"/>
                </a:lnTo>
                <a:lnTo>
                  <a:pt x="1526273" y="1029652"/>
                </a:lnTo>
                <a:lnTo>
                  <a:pt x="1532342" y="1029652"/>
                </a:lnTo>
                <a:lnTo>
                  <a:pt x="1655739" y="1029652"/>
                </a:lnTo>
                <a:lnTo>
                  <a:pt x="1655739" y="1029652"/>
                </a:lnTo>
                <a:lnTo>
                  <a:pt x="1663830" y="1028640"/>
                </a:lnTo>
                <a:lnTo>
                  <a:pt x="1670910" y="1026617"/>
                </a:lnTo>
                <a:lnTo>
                  <a:pt x="1676979" y="1022572"/>
                </a:lnTo>
                <a:lnTo>
                  <a:pt x="1683048" y="1018526"/>
                </a:lnTo>
                <a:lnTo>
                  <a:pt x="1687093" y="1012457"/>
                </a:lnTo>
                <a:lnTo>
                  <a:pt x="1691139" y="1006389"/>
                </a:lnTo>
                <a:lnTo>
                  <a:pt x="1693162" y="999308"/>
                </a:lnTo>
                <a:lnTo>
                  <a:pt x="1694174" y="991217"/>
                </a:lnTo>
                <a:lnTo>
                  <a:pt x="1694174" y="701943"/>
                </a:lnTo>
                <a:lnTo>
                  <a:pt x="1694174" y="701943"/>
                </a:lnTo>
                <a:lnTo>
                  <a:pt x="1693162" y="693852"/>
                </a:lnTo>
                <a:lnTo>
                  <a:pt x="1691139" y="686772"/>
                </a:lnTo>
                <a:lnTo>
                  <a:pt x="1687093" y="680703"/>
                </a:lnTo>
                <a:lnTo>
                  <a:pt x="1683048" y="674634"/>
                </a:lnTo>
                <a:lnTo>
                  <a:pt x="1676979" y="670589"/>
                </a:lnTo>
                <a:lnTo>
                  <a:pt x="1670910" y="666543"/>
                </a:lnTo>
                <a:lnTo>
                  <a:pt x="1663830" y="664520"/>
                </a:lnTo>
                <a:lnTo>
                  <a:pt x="1655739" y="663508"/>
                </a:lnTo>
                <a:lnTo>
                  <a:pt x="1655739" y="663508"/>
                </a:lnTo>
                <a:close/>
                <a:moveTo>
                  <a:pt x="846581" y="1267342"/>
                </a:moveTo>
                <a:lnTo>
                  <a:pt x="846581" y="1267342"/>
                </a:lnTo>
                <a:lnTo>
                  <a:pt x="825341" y="1266330"/>
                </a:lnTo>
                <a:lnTo>
                  <a:pt x="804100" y="1265319"/>
                </a:lnTo>
                <a:lnTo>
                  <a:pt x="782860" y="1262284"/>
                </a:lnTo>
                <a:lnTo>
                  <a:pt x="761619" y="1258239"/>
                </a:lnTo>
                <a:lnTo>
                  <a:pt x="741390" y="1254193"/>
                </a:lnTo>
                <a:lnTo>
                  <a:pt x="722173" y="1248124"/>
                </a:lnTo>
                <a:lnTo>
                  <a:pt x="701944" y="1242055"/>
                </a:lnTo>
                <a:lnTo>
                  <a:pt x="682727" y="1233964"/>
                </a:lnTo>
                <a:lnTo>
                  <a:pt x="664520" y="1225872"/>
                </a:lnTo>
                <a:lnTo>
                  <a:pt x="646314" y="1216769"/>
                </a:lnTo>
                <a:lnTo>
                  <a:pt x="629120" y="1206655"/>
                </a:lnTo>
                <a:lnTo>
                  <a:pt x="611925" y="1195529"/>
                </a:lnTo>
                <a:lnTo>
                  <a:pt x="595742" y="1183392"/>
                </a:lnTo>
                <a:lnTo>
                  <a:pt x="579559" y="1171254"/>
                </a:lnTo>
                <a:lnTo>
                  <a:pt x="564387" y="1158105"/>
                </a:lnTo>
                <a:lnTo>
                  <a:pt x="549216" y="1143945"/>
                </a:lnTo>
                <a:lnTo>
                  <a:pt x="536067" y="1129785"/>
                </a:lnTo>
                <a:lnTo>
                  <a:pt x="521906" y="1114613"/>
                </a:lnTo>
                <a:lnTo>
                  <a:pt x="509769" y="1098430"/>
                </a:lnTo>
                <a:lnTo>
                  <a:pt x="498643" y="1082247"/>
                </a:lnTo>
                <a:lnTo>
                  <a:pt x="487517" y="1065052"/>
                </a:lnTo>
                <a:lnTo>
                  <a:pt x="477403" y="1046846"/>
                </a:lnTo>
                <a:lnTo>
                  <a:pt x="468300" y="1028640"/>
                </a:lnTo>
                <a:lnTo>
                  <a:pt x="459197" y="1010434"/>
                </a:lnTo>
                <a:lnTo>
                  <a:pt x="452117" y="991217"/>
                </a:lnTo>
                <a:lnTo>
                  <a:pt x="445036" y="971999"/>
                </a:lnTo>
                <a:lnTo>
                  <a:pt x="439979" y="951770"/>
                </a:lnTo>
                <a:lnTo>
                  <a:pt x="434922" y="931542"/>
                </a:lnTo>
                <a:lnTo>
                  <a:pt x="430876" y="910301"/>
                </a:lnTo>
                <a:lnTo>
                  <a:pt x="428853" y="890072"/>
                </a:lnTo>
                <a:lnTo>
                  <a:pt x="426830" y="867820"/>
                </a:lnTo>
                <a:lnTo>
                  <a:pt x="426830" y="846580"/>
                </a:lnTo>
                <a:lnTo>
                  <a:pt x="426830" y="846580"/>
                </a:lnTo>
                <a:lnTo>
                  <a:pt x="426830" y="825340"/>
                </a:lnTo>
                <a:lnTo>
                  <a:pt x="428853" y="804099"/>
                </a:lnTo>
                <a:lnTo>
                  <a:pt x="430876" y="782859"/>
                </a:lnTo>
                <a:lnTo>
                  <a:pt x="434922" y="761619"/>
                </a:lnTo>
                <a:lnTo>
                  <a:pt x="439979" y="741390"/>
                </a:lnTo>
                <a:lnTo>
                  <a:pt x="445036" y="721161"/>
                </a:lnTo>
                <a:lnTo>
                  <a:pt x="452117" y="701943"/>
                </a:lnTo>
                <a:lnTo>
                  <a:pt x="459197" y="682726"/>
                </a:lnTo>
                <a:lnTo>
                  <a:pt x="468300" y="664520"/>
                </a:lnTo>
                <a:lnTo>
                  <a:pt x="477403" y="646314"/>
                </a:lnTo>
                <a:lnTo>
                  <a:pt x="487517" y="629119"/>
                </a:lnTo>
                <a:lnTo>
                  <a:pt x="498643" y="611925"/>
                </a:lnTo>
                <a:lnTo>
                  <a:pt x="509769" y="594730"/>
                </a:lnTo>
                <a:lnTo>
                  <a:pt x="521906" y="579558"/>
                </a:lnTo>
                <a:lnTo>
                  <a:pt x="536067" y="564387"/>
                </a:lnTo>
                <a:lnTo>
                  <a:pt x="549216" y="549215"/>
                </a:lnTo>
                <a:lnTo>
                  <a:pt x="564387" y="535055"/>
                </a:lnTo>
                <a:lnTo>
                  <a:pt x="579559" y="521906"/>
                </a:lnTo>
                <a:lnTo>
                  <a:pt x="595742" y="509769"/>
                </a:lnTo>
                <a:lnTo>
                  <a:pt x="611925" y="497631"/>
                </a:lnTo>
                <a:lnTo>
                  <a:pt x="629120" y="487517"/>
                </a:lnTo>
                <a:lnTo>
                  <a:pt x="646314" y="477402"/>
                </a:lnTo>
                <a:lnTo>
                  <a:pt x="664520" y="467288"/>
                </a:lnTo>
                <a:lnTo>
                  <a:pt x="682727" y="459196"/>
                </a:lnTo>
                <a:lnTo>
                  <a:pt x="701944" y="452116"/>
                </a:lnTo>
                <a:lnTo>
                  <a:pt x="722173" y="445036"/>
                </a:lnTo>
                <a:lnTo>
                  <a:pt x="741390" y="438967"/>
                </a:lnTo>
                <a:lnTo>
                  <a:pt x="761619" y="434922"/>
                </a:lnTo>
                <a:lnTo>
                  <a:pt x="782860" y="430876"/>
                </a:lnTo>
                <a:lnTo>
                  <a:pt x="804100" y="428853"/>
                </a:lnTo>
                <a:lnTo>
                  <a:pt x="825341" y="426830"/>
                </a:lnTo>
                <a:lnTo>
                  <a:pt x="846581" y="425819"/>
                </a:lnTo>
                <a:lnTo>
                  <a:pt x="846581" y="425819"/>
                </a:lnTo>
                <a:lnTo>
                  <a:pt x="868833" y="426830"/>
                </a:lnTo>
                <a:lnTo>
                  <a:pt x="890073" y="428853"/>
                </a:lnTo>
                <a:lnTo>
                  <a:pt x="911314" y="430876"/>
                </a:lnTo>
                <a:lnTo>
                  <a:pt x="931542" y="434922"/>
                </a:lnTo>
                <a:lnTo>
                  <a:pt x="951771" y="438967"/>
                </a:lnTo>
                <a:lnTo>
                  <a:pt x="972000" y="445036"/>
                </a:lnTo>
                <a:lnTo>
                  <a:pt x="991218" y="452116"/>
                </a:lnTo>
                <a:lnTo>
                  <a:pt x="1010435" y="459196"/>
                </a:lnTo>
                <a:lnTo>
                  <a:pt x="1028641" y="467288"/>
                </a:lnTo>
                <a:lnTo>
                  <a:pt x="1046847" y="477402"/>
                </a:lnTo>
                <a:lnTo>
                  <a:pt x="1065054" y="487517"/>
                </a:lnTo>
                <a:lnTo>
                  <a:pt x="1082248" y="497631"/>
                </a:lnTo>
                <a:lnTo>
                  <a:pt x="1098431" y="509769"/>
                </a:lnTo>
                <a:lnTo>
                  <a:pt x="1114614" y="521906"/>
                </a:lnTo>
                <a:lnTo>
                  <a:pt x="1129786" y="535055"/>
                </a:lnTo>
                <a:lnTo>
                  <a:pt x="1143946" y="549215"/>
                </a:lnTo>
                <a:lnTo>
                  <a:pt x="1158107" y="564387"/>
                </a:lnTo>
                <a:lnTo>
                  <a:pt x="1171255" y="579558"/>
                </a:lnTo>
                <a:lnTo>
                  <a:pt x="1183393" y="594730"/>
                </a:lnTo>
                <a:lnTo>
                  <a:pt x="1195530" y="611925"/>
                </a:lnTo>
                <a:lnTo>
                  <a:pt x="1206656" y="629119"/>
                </a:lnTo>
                <a:lnTo>
                  <a:pt x="1216771" y="646314"/>
                </a:lnTo>
                <a:lnTo>
                  <a:pt x="1225874" y="664520"/>
                </a:lnTo>
                <a:lnTo>
                  <a:pt x="1233965" y="682726"/>
                </a:lnTo>
                <a:lnTo>
                  <a:pt x="1242057" y="701943"/>
                </a:lnTo>
                <a:lnTo>
                  <a:pt x="1248125" y="721161"/>
                </a:lnTo>
                <a:lnTo>
                  <a:pt x="1254194" y="741390"/>
                </a:lnTo>
                <a:lnTo>
                  <a:pt x="1258240" y="761619"/>
                </a:lnTo>
                <a:lnTo>
                  <a:pt x="1262286" y="782859"/>
                </a:lnTo>
                <a:lnTo>
                  <a:pt x="1265320" y="804099"/>
                </a:lnTo>
                <a:lnTo>
                  <a:pt x="1266331" y="825340"/>
                </a:lnTo>
                <a:lnTo>
                  <a:pt x="1267343" y="846580"/>
                </a:lnTo>
                <a:lnTo>
                  <a:pt x="1267343" y="846580"/>
                </a:lnTo>
                <a:lnTo>
                  <a:pt x="1266331" y="867820"/>
                </a:lnTo>
                <a:lnTo>
                  <a:pt x="1265320" y="890072"/>
                </a:lnTo>
                <a:lnTo>
                  <a:pt x="1262286" y="910301"/>
                </a:lnTo>
                <a:lnTo>
                  <a:pt x="1258240" y="931542"/>
                </a:lnTo>
                <a:lnTo>
                  <a:pt x="1254194" y="951770"/>
                </a:lnTo>
                <a:lnTo>
                  <a:pt x="1248125" y="971999"/>
                </a:lnTo>
                <a:lnTo>
                  <a:pt x="1242057" y="991217"/>
                </a:lnTo>
                <a:lnTo>
                  <a:pt x="1233965" y="1010434"/>
                </a:lnTo>
                <a:lnTo>
                  <a:pt x="1225874" y="1028640"/>
                </a:lnTo>
                <a:lnTo>
                  <a:pt x="1216771" y="1046846"/>
                </a:lnTo>
                <a:lnTo>
                  <a:pt x="1206656" y="1065052"/>
                </a:lnTo>
                <a:lnTo>
                  <a:pt x="1195530" y="1082247"/>
                </a:lnTo>
                <a:lnTo>
                  <a:pt x="1183393" y="1098430"/>
                </a:lnTo>
                <a:lnTo>
                  <a:pt x="1171255" y="1114613"/>
                </a:lnTo>
                <a:lnTo>
                  <a:pt x="1158107" y="1129785"/>
                </a:lnTo>
                <a:lnTo>
                  <a:pt x="1143946" y="1143945"/>
                </a:lnTo>
                <a:lnTo>
                  <a:pt x="1129786" y="1158105"/>
                </a:lnTo>
                <a:lnTo>
                  <a:pt x="1114614" y="1171254"/>
                </a:lnTo>
                <a:lnTo>
                  <a:pt x="1098431" y="1183392"/>
                </a:lnTo>
                <a:lnTo>
                  <a:pt x="1082248" y="1195529"/>
                </a:lnTo>
                <a:lnTo>
                  <a:pt x="1065054" y="1206655"/>
                </a:lnTo>
                <a:lnTo>
                  <a:pt x="1046847" y="1216769"/>
                </a:lnTo>
                <a:lnTo>
                  <a:pt x="1028641" y="1225872"/>
                </a:lnTo>
                <a:lnTo>
                  <a:pt x="1010435" y="1233964"/>
                </a:lnTo>
                <a:lnTo>
                  <a:pt x="991218" y="1242055"/>
                </a:lnTo>
                <a:lnTo>
                  <a:pt x="972000" y="1248124"/>
                </a:lnTo>
                <a:lnTo>
                  <a:pt x="951771" y="1254193"/>
                </a:lnTo>
                <a:lnTo>
                  <a:pt x="931542" y="1258239"/>
                </a:lnTo>
                <a:lnTo>
                  <a:pt x="911314" y="1262284"/>
                </a:lnTo>
                <a:lnTo>
                  <a:pt x="890073" y="1265319"/>
                </a:lnTo>
                <a:lnTo>
                  <a:pt x="868833" y="1266330"/>
                </a:lnTo>
                <a:lnTo>
                  <a:pt x="846581" y="1267342"/>
                </a:lnTo>
                <a:lnTo>
                  <a:pt x="846581" y="1267342"/>
                </a:lnTo>
                <a:close/>
              </a:path>
            </a:pathLst>
          </a:custGeom>
          <a:solidFill>
            <a:srgbClr val="174D9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12276246" y="9016949"/>
            <a:ext cx="475188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Выполнил: Желтов Д.В.    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-4404997" y="7877465"/>
            <a:ext cx="8021654" cy="8021654"/>
          </a:xfrm>
          <a:prstGeom prst="ellipse">
            <a:avLst/>
          </a:prstGeom>
          <a:solidFill>
            <a:srgbClr val="1450A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3288044" y="1369539"/>
            <a:ext cx="7855692" cy="13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183515" rtl="0" algn="l">
              <a:lnSpc>
                <a:spcPct val="100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8800">
                <a:solidFill>
                  <a:srgbClr val="174D9D"/>
                </a:solidFill>
                <a:latin typeface="Poppins"/>
                <a:ea typeface="Poppins"/>
                <a:cs typeface="Poppins"/>
                <a:sym typeface="Poppins"/>
              </a:rPr>
              <a:t>Цель проекта</a:t>
            </a:r>
            <a:endParaRPr b="1" sz="8800">
              <a:solidFill>
                <a:srgbClr val="174D9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3063764" y="2828663"/>
            <a:ext cx="12160472" cy="5180905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5500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  <a:t>Целью проекта</a:t>
            </a:r>
            <a:r>
              <a:rPr b="0" lang="ru-RU" sz="5500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  <a:t> была комплексная проверка основных функций сайта.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5500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  <a:t>Я стремился оценить, насколько текущая версия системы стабильна, удобна и готова к использованию клиентами.</a:t>
            </a:r>
            <a:endParaRPr/>
          </a:p>
        </p:txBody>
      </p:sp>
      <p:sp>
        <p:nvSpPr>
          <p:cNvPr id="103" name="Google Shape;103;p2"/>
          <p:cNvSpPr/>
          <p:nvPr/>
        </p:nvSpPr>
        <p:spPr>
          <a:xfrm>
            <a:off x="15040281" y="-2398745"/>
            <a:ext cx="4842277" cy="4843229"/>
          </a:xfrm>
          <a:custGeom>
            <a:rect b="b" l="l" r="r" t="t"/>
            <a:pathLst>
              <a:path extrusionOk="0" h="1694172" w="1694174">
                <a:moveTo>
                  <a:pt x="1655739" y="663508"/>
                </a:moveTo>
                <a:lnTo>
                  <a:pt x="1532342" y="663508"/>
                </a:lnTo>
                <a:lnTo>
                  <a:pt x="1532342" y="663508"/>
                </a:lnTo>
                <a:lnTo>
                  <a:pt x="1526273" y="663508"/>
                </a:lnTo>
                <a:lnTo>
                  <a:pt x="1520205" y="661485"/>
                </a:lnTo>
                <a:lnTo>
                  <a:pt x="1515147" y="659463"/>
                </a:lnTo>
                <a:lnTo>
                  <a:pt x="1510090" y="656428"/>
                </a:lnTo>
                <a:lnTo>
                  <a:pt x="1506044" y="652382"/>
                </a:lnTo>
                <a:lnTo>
                  <a:pt x="1501999" y="648337"/>
                </a:lnTo>
                <a:lnTo>
                  <a:pt x="1498964" y="643279"/>
                </a:lnTo>
                <a:lnTo>
                  <a:pt x="1495930" y="637211"/>
                </a:lnTo>
                <a:lnTo>
                  <a:pt x="1495930" y="637211"/>
                </a:lnTo>
                <a:lnTo>
                  <a:pt x="1486827" y="610913"/>
                </a:lnTo>
                <a:lnTo>
                  <a:pt x="1476712" y="584616"/>
                </a:lnTo>
                <a:lnTo>
                  <a:pt x="1466598" y="560341"/>
                </a:lnTo>
                <a:lnTo>
                  <a:pt x="1454461" y="535055"/>
                </a:lnTo>
                <a:lnTo>
                  <a:pt x="1454461" y="535055"/>
                </a:lnTo>
                <a:lnTo>
                  <a:pt x="1451426" y="528986"/>
                </a:lnTo>
                <a:lnTo>
                  <a:pt x="1450415" y="523929"/>
                </a:lnTo>
                <a:lnTo>
                  <a:pt x="1450415" y="517860"/>
                </a:lnTo>
                <a:lnTo>
                  <a:pt x="1450415" y="511791"/>
                </a:lnTo>
                <a:lnTo>
                  <a:pt x="1452438" y="505723"/>
                </a:lnTo>
                <a:lnTo>
                  <a:pt x="1454461" y="500666"/>
                </a:lnTo>
                <a:lnTo>
                  <a:pt x="1457495" y="495608"/>
                </a:lnTo>
                <a:lnTo>
                  <a:pt x="1461541" y="490551"/>
                </a:lnTo>
                <a:lnTo>
                  <a:pt x="1548525" y="403567"/>
                </a:lnTo>
                <a:lnTo>
                  <a:pt x="1548525" y="403567"/>
                </a:lnTo>
                <a:lnTo>
                  <a:pt x="1552571" y="397498"/>
                </a:lnTo>
                <a:lnTo>
                  <a:pt x="1556617" y="391429"/>
                </a:lnTo>
                <a:lnTo>
                  <a:pt x="1558640" y="384349"/>
                </a:lnTo>
                <a:lnTo>
                  <a:pt x="1559651" y="377269"/>
                </a:lnTo>
                <a:lnTo>
                  <a:pt x="1558640" y="370189"/>
                </a:lnTo>
                <a:lnTo>
                  <a:pt x="1556617" y="363109"/>
                </a:lnTo>
                <a:lnTo>
                  <a:pt x="1552571" y="356029"/>
                </a:lnTo>
                <a:lnTo>
                  <a:pt x="1548525" y="349960"/>
                </a:lnTo>
                <a:lnTo>
                  <a:pt x="1343201" y="145648"/>
                </a:lnTo>
                <a:lnTo>
                  <a:pt x="1343201" y="145648"/>
                </a:lnTo>
                <a:lnTo>
                  <a:pt x="1337133" y="140591"/>
                </a:lnTo>
                <a:lnTo>
                  <a:pt x="1331064" y="136545"/>
                </a:lnTo>
                <a:lnTo>
                  <a:pt x="1323984" y="134522"/>
                </a:lnTo>
                <a:lnTo>
                  <a:pt x="1316904" y="134522"/>
                </a:lnTo>
                <a:lnTo>
                  <a:pt x="1308812" y="134522"/>
                </a:lnTo>
                <a:lnTo>
                  <a:pt x="1301732" y="136545"/>
                </a:lnTo>
                <a:lnTo>
                  <a:pt x="1295663" y="140591"/>
                </a:lnTo>
                <a:lnTo>
                  <a:pt x="1289595" y="145648"/>
                </a:lnTo>
                <a:lnTo>
                  <a:pt x="1202610" y="231621"/>
                </a:lnTo>
                <a:lnTo>
                  <a:pt x="1202610" y="231621"/>
                </a:lnTo>
                <a:lnTo>
                  <a:pt x="1198565" y="235667"/>
                </a:lnTo>
                <a:lnTo>
                  <a:pt x="1193507" y="239713"/>
                </a:lnTo>
                <a:lnTo>
                  <a:pt x="1187439" y="241735"/>
                </a:lnTo>
                <a:lnTo>
                  <a:pt x="1181370" y="242747"/>
                </a:lnTo>
                <a:lnTo>
                  <a:pt x="1176313" y="243758"/>
                </a:lnTo>
                <a:lnTo>
                  <a:pt x="1170244" y="242747"/>
                </a:lnTo>
                <a:lnTo>
                  <a:pt x="1164175" y="241735"/>
                </a:lnTo>
                <a:lnTo>
                  <a:pt x="1158107" y="239713"/>
                </a:lnTo>
                <a:lnTo>
                  <a:pt x="1158107" y="239713"/>
                </a:lnTo>
                <a:lnTo>
                  <a:pt x="1133832" y="227575"/>
                </a:lnTo>
                <a:lnTo>
                  <a:pt x="1108546" y="216449"/>
                </a:lnTo>
                <a:lnTo>
                  <a:pt x="1082248" y="206335"/>
                </a:lnTo>
                <a:lnTo>
                  <a:pt x="1055950" y="197232"/>
                </a:lnTo>
                <a:lnTo>
                  <a:pt x="1055950" y="197232"/>
                </a:lnTo>
                <a:lnTo>
                  <a:pt x="1050893" y="195209"/>
                </a:lnTo>
                <a:lnTo>
                  <a:pt x="1045836" y="192175"/>
                </a:lnTo>
                <a:lnTo>
                  <a:pt x="1040779" y="188129"/>
                </a:lnTo>
                <a:lnTo>
                  <a:pt x="1036733" y="183072"/>
                </a:lnTo>
                <a:lnTo>
                  <a:pt x="1033699" y="179026"/>
                </a:lnTo>
                <a:lnTo>
                  <a:pt x="1031676" y="172957"/>
                </a:lnTo>
                <a:lnTo>
                  <a:pt x="1029653" y="166888"/>
                </a:lnTo>
                <a:lnTo>
                  <a:pt x="1029653" y="160820"/>
                </a:lnTo>
                <a:lnTo>
                  <a:pt x="1029653" y="37423"/>
                </a:lnTo>
                <a:lnTo>
                  <a:pt x="1029653" y="37423"/>
                </a:lnTo>
                <a:lnTo>
                  <a:pt x="1028641" y="30343"/>
                </a:lnTo>
                <a:lnTo>
                  <a:pt x="1026619" y="23263"/>
                </a:lnTo>
                <a:lnTo>
                  <a:pt x="1023584" y="16183"/>
                </a:lnTo>
                <a:lnTo>
                  <a:pt x="1018527" y="11126"/>
                </a:lnTo>
                <a:lnTo>
                  <a:pt x="1012458" y="6069"/>
                </a:lnTo>
                <a:lnTo>
                  <a:pt x="1006390" y="3034"/>
                </a:lnTo>
                <a:lnTo>
                  <a:pt x="999309" y="0"/>
                </a:lnTo>
                <a:lnTo>
                  <a:pt x="991218" y="0"/>
                </a:lnTo>
                <a:lnTo>
                  <a:pt x="701944" y="0"/>
                </a:lnTo>
                <a:lnTo>
                  <a:pt x="701944" y="0"/>
                </a:lnTo>
                <a:lnTo>
                  <a:pt x="694864" y="0"/>
                </a:lnTo>
                <a:lnTo>
                  <a:pt x="686772" y="3034"/>
                </a:lnTo>
                <a:lnTo>
                  <a:pt x="680704" y="6069"/>
                </a:lnTo>
                <a:lnTo>
                  <a:pt x="675646" y="11126"/>
                </a:lnTo>
                <a:lnTo>
                  <a:pt x="670589" y="16183"/>
                </a:lnTo>
                <a:lnTo>
                  <a:pt x="666543" y="23263"/>
                </a:lnTo>
                <a:lnTo>
                  <a:pt x="664520" y="30343"/>
                </a:lnTo>
                <a:lnTo>
                  <a:pt x="663509" y="37423"/>
                </a:lnTo>
                <a:lnTo>
                  <a:pt x="663509" y="160820"/>
                </a:lnTo>
                <a:lnTo>
                  <a:pt x="663509" y="160820"/>
                </a:lnTo>
                <a:lnTo>
                  <a:pt x="663509" y="166888"/>
                </a:lnTo>
                <a:lnTo>
                  <a:pt x="662498" y="172957"/>
                </a:lnTo>
                <a:lnTo>
                  <a:pt x="659463" y="179026"/>
                </a:lnTo>
                <a:lnTo>
                  <a:pt x="656429" y="183072"/>
                </a:lnTo>
                <a:lnTo>
                  <a:pt x="652383" y="188129"/>
                </a:lnTo>
                <a:lnTo>
                  <a:pt x="648337" y="192175"/>
                </a:lnTo>
                <a:lnTo>
                  <a:pt x="643280" y="195209"/>
                </a:lnTo>
                <a:lnTo>
                  <a:pt x="637211" y="197232"/>
                </a:lnTo>
                <a:lnTo>
                  <a:pt x="637211" y="197232"/>
                </a:lnTo>
                <a:lnTo>
                  <a:pt x="610914" y="206335"/>
                </a:lnTo>
                <a:lnTo>
                  <a:pt x="585628" y="216449"/>
                </a:lnTo>
                <a:lnTo>
                  <a:pt x="560341" y="227575"/>
                </a:lnTo>
                <a:lnTo>
                  <a:pt x="535055" y="239713"/>
                </a:lnTo>
                <a:lnTo>
                  <a:pt x="535055" y="239713"/>
                </a:lnTo>
                <a:lnTo>
                  <a:pt x="529998" y="241735"/>
                </a:lnTo>
                <a:lnTo>
                  <a:pt x="523929" y="242747"/>
                </a:lnTo>
                <a:lnTo>
                  <a:pt x="517861" y="243758"/>
                </a:lnTo>
                <a:lnTo>
                  <a:pt x="511792" y="242747"/>
                </a:lnTo>
                <a:lnTo>
                  <a:pt x="505723" y="241735"/>
                </a:lnTo>
                <a:lnTo>
                  <a:pt x="500666" y="239713"/>
                </a:lnTo>
                <a:lnTo>
                  <a:pt x="495609" y="235667"/>
                </a:lnTo>
                <a:lnTo>
                  <a:pt x="490552" y="231621"/>
                </a:lnTo>
                <a:lnTo>
                  <a:pt x="403567" y="145648"/>
                </a:lnTo>
                <a:lnTo>
                  <a:pt x="403567" y="145648"/>
                </a:lnTo>
                <a:lnTo>
                  <a:pt x="398510" y="140591"/>
                </a:lnTo>
                <a:lnTo>
                  <a:pt x="391430" y="136545"/>
                </a:lnTo>
                <a:lnTo>
                  <a:pt x="384350" y="134522"/>
                </a:lnTo>
                <a:lnTo>
                  <a:pt x="377269" y="134522"/>
                </a:lnTo>
                <a:lnTo>
                  <a:pt x="370189" y="134522"/>
                </a:lnTo>
                <a:lnTo>
                  <a:pt x="363109" y="136545"/>
                </a:lnTo>
                <a:lnTo>
                  <a:pt x="356029" y="140591"/>
                </a:lnTo>
                <a:lnTo>
                  <a:pt x="349960" y="145648"/>
                </a:lnTo>
                <a:lnTo>
                  <a:pt x="145648" y="349960"/>
                </a:lnTo>
                <a:lnTo>
                  <a:pt x="145648" y="349960"/>
                </a:lnTo>
                <a:lnTo>
                  <a:pt x="140591" y="356029"/>
                </a:lnTo>
                <a:lnTo>
                  <a:pt x="137557" y="363109"/>
                </a:lnTo>
                <a:lnTo>
                  <a:pt x="135534" y="370189"/>
                </a:lnTo>
                <a:lnTo>
                  <a:pt x="134522" y="377269"/>
                </a:lnTo>
                <a:lnTo>
                  <a:pt x="135534" y="384349"/>
                </a:lnTo>
                <a:lnTo>
                  <a:pt x="137557" y="391429"/>
                </a:lnTo>
                <a:lnTo>
                  <a:pt x="140591" y="397498"/>
                </a:lnTo>
                <a:lnTo>
                  <a:pt x="145648" y="403567"/>
                </a:lnTo>
                <a:lnTo>
                  <a:pt x="232633" y="490551"/>
                </a:lnTo>
                <a:lnTo>
                  <a:pt x="232633" y="490551"/>
                </a:lnTo>
                <a:lnTo>
                  <a:pt x="235667" y="495608"/>
                </a:lnTo>
                <a:lnTo>
                  <a:pt x="239713" y="500666"/>
                </a:lnTo>
                <a:lnTo>
                  <a:pt x="241736" y="505723"/>
                </a:lnTo>
                <a:lnTo>
                  <a:pt x="242747" y="511791"/>
                </a:lnTo>
                <a:lnTo>
                  <a:pt x="243758" y="517860"/>
                </a:lnTo>
                <a:lnTo>
                  <a:pt x="243758" y="523929"/>
                </a:lnTo>
                <a:lnTo>
                  <a:pt x="241736" y="528986"/>
                </a:lnTo>
                <a:lnTo>
                  <a:pt x="239713" y="535055"/>
                </a:lnTo>
                <a:lnTo>
                  <a:pt x="239713" y="535055"/>
                </a:lnTo>
                <a:lnTo>
                  <a:pt x="227575" y="560341"/>
                </a:lnTo>
                <a:lnTo>
                  <a:pt x="216449" y="584616"/>
                </a:lnTo>
                <a:lnTo>
                  <a:pt x="206335" y="610913"/>
                </a:lnTo>
                <a:lnTo>
                  <a:pt x="197232" y="637211"/>
                </a:lnTo>
                <a:lnTo>
                  <a:pt x="197232" y="637211"/>
                </a:lnTo>
                <a:lnTo>
                  <a:pt x="195209" y="643279"/>
                </a:lnTo>
                <a:lnTo>
                  <a:pt x="192175" y="648337"/>
                </a:lnTo>
                <a:lnTo>
                  <a:pt x="188129" y="652382"/>
                </a:lnTo>
                <a:lnTo>
                  <a:pt x="184083" y="656428"/>
                </a:lnTo>
                <a:lnTo>
                  <a:pt x="179026" y="659463"/>
                </a:lnTo>
                <a:lnTo>
                  <a:pt x="172957" y="661485"/>
                </a:lnTo>
                <a:lnTo>
                  <a:pt x="167900" y="663508"/>
                </a:lnTo>
                <a:lnTo>
                  <a:pt x="161831" y="663508"/>
                </a:lnTo>
                <a:lnTo>
                  <a:pt x="37423" y="663508"/>
                </a:lnTo>
                <a:lnTo>
                  <a:pt x="37423" y="663508"/>
                </a:lnTo>
                <a:lnTo>
                  <a:pt x="30343" y="664520"/>
                </a:lnTo>
                <a:lnTo>
                  <a:pt x="23263" y="666543"/>
                </a:lnTo>
                <a:lnTo>
                  <a:pt x="16183" y="670589"/>
                </a:lnTo>
                <a:lnTo>
                  <a:pt x="11126" y="674634"/>
                </a:lnTo>
                <a:lnTo>
                  <a:pt x="6068" y="680703"/>
                </a:lnTo>
                <a:lnTo>
                  <a:pt x="3034" y="686772"/>
                </a:lnTo>
                <a:lnTo>
                  <a:pt x="1011" y="693852"/>
                </a:lnTo>
                <a:lnTo>
                  <a:pt x="0" y="701943"/>
                </a:lnTo>
                <a:lnTo>
                  <a:pt x="0" y="991217"/>
                </a:lnTo>
                <a:lnTo>
                  <a:pt x="0" y="991217"/>
                </a:lnTo>
                <a:lnTo>
                  <a:pt x="1011" y="999308"/>
                </a:lnTo>
                <a:lnTo>
                  <a:pt x="3034" y="1006389"/>
                </a:lnTo>
                <a:lnTo>
                  <a:pt x="6068" y="1012457"/>
                </a:lnTo>
                <a:lnTo>
                  <a:pt x="11126" y="1018526"/>
                </a:lnTo>
                <a:lnTo>
                  <a:pt x="16183" y="1022572"/>
                </a:lnTo>
                <a:lnTo>
                  <a:pt x="23263" y="1026617"/>
                </a:lnTo>
                <a:lnTo>
                  <a:pt x="30343" y="1028640"/>
                </a:lnTo>
                <a:lnTo>
                  <a:pt x="37423" y="1029652"/>
                </a:lnTo>
                <a:lnTo>
                  <a:pt x="161831" y="1029652"/>
                </a:lnTo>
                <a:lnTo>
                  <a:pt x="161831" y="1029652"/>
                </a:lnTo>
                <a:lnTo>
                  <a:pt x="167900" y="1029652"/>
                </a:lnTo>
                <a:lnTo>
                  <a:pt x="172957" y="1031675"/>
                </a:lnTo>
                <a:lnTo>
                  <a:pt x="179026" y="1033698"/>
                </a:lnTo>
                <a:lnTo>
                  <a:pt x="184083" y="1036732"/>
                </a:lnTo>
                <a:lnTo>
                  <a:pt x="188129" y="1040778"/>
                </a:lnTo>
                <a:lnTo>
                  <a:pt x="192175" y="1045835"/>
                </a:lnTo>
                <a:lnTo>
                  <a:pt x="195209" y="1050892"/>
                </a:lnTo>
                <a:lnTo>
                  <a:pt x="197232" y="1055949"/>
                </a:lnTo>
                <a:lnTo>
                  <a:pt x="197232" y="1055949"/>
                </a:lnTo>
                <a:lnTo>
                  <a:pt x="206335" y="1082247"/>
                </a:lnTo>
                <a:lnTo>
                  <a:pt x="216449" y="1108545"/>
                </a:lnTo>
                <a:lnTo>
                  <a:pt x="227575" y="1133831"/>
                </a:lnTo>
                <a:lnTo>
                  <a:pt x="239713" y="1158105"/>
                </a:lnTo>
                <a:lnTo>
                  <a:pt x="239713" y="1158105"/>
                </a:lnTo>
                <a:lnTo>
                  <a:pt x="241736" y="1164174"/>
                </a:lnTo>
                <a:lnTo>
                  <a:pt x="243758" y="1170243"/>
                </a:lnTo>
                <a:lnTo>
                  <a:pt x="243758" y="1175300"/>
                </a:lnTo>
                <a:lnTo>
                  <a:pt x="242747" y="1181369"/>
                </a:lnTo>
                <a:lnTo>
                  <a:pt x="241736" y="1187437"/>
                </a:lnTo>
                <a:lnTo>
                  <a:pt x="239713" y="1192495"/>
                </a:lnTo>
                <a:lnTo>
                  <a:pt x="235667" y="1198563"/>
                </a:lnTo>
                <a:lnTo>
                  <a:pt x="232633" y="1202609"/>
                </a:lnTo>
                <a:lnTo>
                  <a:pt x="145648" y="1289593"/>
                </a:lnTo>
                <a:lnTo>
                  <a:pt x="145648" y="1289593"/>
                </a:lnTo>
                <a:lnTo>
                  <a:pt x="140591" y="1295662"/>
                </a:lnTo>
                <a:lnTo>
                  <a:pt x="137557" y="1301731"/>
                </a:lnTo>
                <a:lnTo>
                  <a:pt x="135534" y="1308811"/>
                </a:lnTo>
                <a:lnTo>
                  <a:pt x="134522" y="1315891"/>
                </a:lnTo>
                <a:lnTo>
                  <a:pt x="135534" y="1323983"/>
                </a:lnTo>
                <a:lnTo>
                  <a:pt x="137557" y="1331063"/>
                </a:lnTo>
                <a:lnTo>
                  <a:pt x="140591" y="1337131"/>
                </a:lnTo>
                <a:lnTo>
                  <a:pt x="145648" y="1343200"/>
                </a:lnTo>
                <a:lnTo>
                  <a:pt x="349960" y="1547512"/>
                </a:lnTo>
                <a:lnTo>
                  <a:pt x="349960" y="1547512"/>
                </a:lnTo>
                <a:lnTo>
                  <a:pt x="356029" y="1552569"/>
                </a:lnTo>
                <a:lnTo>
                  <a:pt x="363109" y="1556615"/>
                </a:lnTo>
                <a:lnTo>
                  <a:pt x="370189" y="1558638"/>
                </a:lnTo>
                <a:lnTo>
                  <a:pt x="377269" y="1558638"/>
                </a:lnTo>
                <a:lnTo>
                  <a:pt x="384350" y="1558638"/>
                </a:lnTo>
                <a:lnTo>
                  <a:pt x="391430" y="1556615"/>
                </a:lnTo>
                <a:lnTo>
                  <a:pt x="398510" y="1552569"/>
                </a:lnTo>
                <a:lnTo>
                  <a:pt x="403567" y="1547512"/>
                </a:lnTo>
                <a:lnTo>
                  <a:pt x="490552" y="1461539"/>
                </a:lnTo>
                <a:lnTo>
                  <a:pt x="490552" y="1461539"/>
                </a:lnTo>
                <a:lnTo>
                  <a:pt x="495609" y="1457493"/>
                </a:lnTo>
                <a:lnTo>
                  <a:pt x="500666" y="1454459"/>
                </a:lnTo>
                <a:lnTo>
                  <a:pt x="505723" y="1451425"/>
                </a:lnTo>
                <a:lnTo>
                  <a:pt x="511792" y="1450413"/>
                </a:lnTo>
                <a:lnTo>
                  <a:pt x="517861" y="1449402"/>
                </a:lnTo>
                <a:lnTo>
                  <a:pt x="523929" y="1450413"/>
                </a:lnTo>
                <a:lnTo>
                  <a:pt x="529998" y="1451425"/>
                </a:lnTo>
                <a:lnTo>
                  <a:pt x="535055" y="1453448"/>
                </a:lnTo>
                <a:lnTo>
                  <a:pt x="535055" y="1453448"/>
                </a:lnTo>
                <a:lnTo>
                  <a:pt x="560341" y="1465585"/>
                </a:lnTo>
                <a:lnTo>
                  <a:pt x="585628" y="1476711"/>
                </a:lnTo>
                <a:lnTo>
                  <a:pt x="610914" y="1486825"/>
                </a:lnTo>
                <a:lnTo>
                  <a:pt x="637211" y="1495928"/>
                </a:lnTo>
                <a:lnTo>
                  <a:pt x="637211" y="1495928"/>
                </a:lnTo>
                <a:lnTo>
                  <a:pt x="643280" y="1498963"/>
                </a:lnTo>
                <a:lnTo>
                  <a:pt x="648337" y="1501997"/>
                </a:lnTo>
                <a:lnTo>
                  <a:pt x="652383" y="1505031"/>
                </a:lnTo>
                <a:lnTo>
                  <a:pt x="656429" y="1510089"/>
                </a:lnTo>
                <a:lnTo>
                  <a:pt x="659463" y="1515146"/>
                </a:lnTo>
                <a:lnTo>
                  <a:pt x="662498" y="1520203"/>
                </a:lnTo>
                <a:lnTo>
                  <a:pt x="663509" y="1526272"/>
                </a:lnTo>
                <a:lnTo>
                  <a:pt x="663509" y="1532340"/>
                </a:lnTo>
                <a:lnTo>
                  <a:pt x="663509" y="1655737"/>
                </a:lnTo>
                <a:lnTo>
                  <a:pt x="663509" y="1655737"/>
                </a:lnTo>
                <a:lnTo>
                  <a:pt x="664520" y="1662817"/>
                </a:lnTo>
                <a:lnTo>
                  <a:pt x="666543" y="1670909"/>
                </a:lnTo>
                <a:lnTo>
                  <a:pt x="670589" y="1676977"/>
                </a:lnTo>
                <a:lnTo>
                  <a:pt x="675646" y="1683046"/>
                </a:lnTo>
                <a:lnTo>
                  <a:pt x="680704" y="1687092"/>
                </a:lnTo>
                <a:lnTo>
                  <a:pt x="686772" y="1691137"/>
                </a:lnTo>
                <a:lnTo>
                  <a:pt x="694864" y="1693160"/>
                </a:lnTo>
                <a:lnTo>
                  <a:pt x="701944" y="1694172"/>
                </a:lnTo>
                <a:lnTo>
                  <a:pt x="991218" y="1694172"/>
                </a:lnTo>
                <a:lnTo>
                  <a:pt x="991218" y="1694172"/>
                </a:lnTo>
                <a:lnTo>
                  <a:pt x="999309" y="1693160"/>
                </a:lnTo>
                <a:lnTo>
                  <a:pt x="1006390" y="1691137"/>
                </a:lnTo>
                <a:lnTo>
                  <a:pt x="1012458" y="1687092"/>
                </a:lnTo>
                <a:lnTo>
                  <a:pt x="1018527" y="1683046"/>
                </a:lnTo>
                <a:lnTo>
                  <a:pt x="1023584" y="1676977"/>
                </a:lnTo>
                <a:lnTo>
                  <a:pt x="1026619" y="1670909"/>
                </a:lnTo>
                <a:lnTo>
                  <a:pt x="1028641" y="1662817"/>
                </a:lnTo>
                <a:lnTo>
                  <a:pt x="1029653" y="1655737"/>
                </a:lnTo>
                <a:lnTo>
                  <a:pt x="1029653" y="1532340"/>
                </a:lnTo>
                <a:lnTo>
                  <a:pt x="1029653" y="1532340"/>
                </a:lnTo>
                <a:lnTo>
                  <a:pt x="1029653" y="1526272"/>
                </a:lnTo>
                <a:lnTo>
                  <a:pt x="1031676" y="1520203"/>
                </a:lnTo>
                <a:lnTo>
                  <a:pt x="1033699" y="1515146"/>
                </a:lnTo>
                <a:lnTo>
                  <a:pt x="1036733" y="1510089"/>
                </a:lnTo>
                <a:lnTo>
                  <a:pt x="1040779" y="1505031"/>
                </a:lnTo>
                <a:lnTo>
                  <a:pt x="1045836" y="1501997"/>
                </a:lnTo>
                <a:lnTo>
                  <a:pt x="1050893" y="1498963"/>
                </a:lnTo>
                <a:lnTo>
                  <a:pt x="1055950" y="1495928"/>
                </a:lnTo>
                <a:lnTo>
                  <a:pt x="1055950" y="1495928"/>
                </a:lnTo>
                <a:lnTo>
                  <a:pt x="1082248" y="1486825"/>
                </a:lnTo>
                <a:lnTo>
                  <a:pt x="1108546" y="1476711"/>
                </a:lnTo>
                <a:lnTo>
                  <a:pt x="1133832" y="1465585"/>
                </a:lnTo>
                <a:lnTo>
                  <a:pt x="1158107" y="1453448"/>
                </a:lnTo>
                <a:lnTo>
                  <a:pt x="1158107" y="1453448"/>
                </a:lnTo>
                <a:lnTo>
                  <a:pt x="1164175" y="1451425"/>
                </a:lnTo>
                <a:lnTo>
                  <a:pt x="1170244" y="1450413"/>
                </a:lnTo>
                <a:lnTo>
                  <a:pt x="1176313" y="1449402"/>
                </a:lnTo>
                <a:lnTo>
                  <a:pt x="1181370" y="1450413"/>
                </a:lnTo>
                <a:lnTo>
                  <a:pt x="1187439" y="1451425"/>
                </a:lnTo>
                <a:lnTo>
                  <a:pt x="1193507" y="1454459"/>
                </a:lnTo>
                <a:lnTo>
                  <a:pt x="1198565" y="1457493"/>
                </a:lnTo>
                <a:lnTo>
                  <a:pt x="1202610" y="1461539"/>
                </a:lnTo>
                <a:lnTo>
                  <a:pt x="1289595" y="1547512"/>
                </a:lnTo>
                <a:lnTo>
                  <a:pt x="1289595" y="1547512"/>
                </a:lnTo>
                <a:lnTo>
                  <a:pt x="1295663" y="1552569"/>
                </a:lnTo>
                <a:lnTo>
                  <a:pt x="1301732" y="1556615"/>
                </a:lnTo>
                <a:lnTo>
                  <a:pt x="1308812" y="1558638"/>
                </a:lnTo>
                <a:lnTo>
                  <a:pt x="1316904" y="1558638"/>
                </a:lnTo>
                <a:lnTo>
                  <a:pt x="1323984" y="1558638"/>
                </a:lnTo>
                <a:lnTo>
                  <a:pt x="1331064" y="1556615"/>
                </a:lnTo>
                <a:lnTo>
                  <a:pt x="1337133" y="1552569"/>
                </a:lnTo>
                <a:lnTo>
                  <a:pt x="1343201" y="1547512"/>
                </a:lnTo>
                <a:lnTo>
                  <a:pt x="1548525" y="1343200"/>
                </a:lnTo>
                <a:lnTo>
                  <a:pt x="1548525" y="1343200"/>
                </a:lnTo>
                <a:lnTo>
                  <a:pt x="1552571" y="1337131"/>
                </a:lnTo>
                <a:lnTo>
                  <a:pt x="1556617" y="1331063"/>
                </a:lnTo>
                <a:lnTo>
                  <a:pt x="1558640" y="1323983"/>
                </a:lnTo>
                <a:lnTo>
                  <a:pt x="1559651" y="1315891"/>
                </a:lnTo>
                <a:lnTo>
                  <a:pt x="1558640" y="1308811"/>
                </a:lnTo>
                <a:lnTo>
                  <a:pt x="1556617" y="1301731"/>
                </a:lnTo>
                <a:lnTo>
                  <a:pt x="1552571" y="1295662"/>
                </a:lnTo>
                <a:lnTo>
                  <a:pt x="1548525" y="1289593"/>
                </a:lnTo>
                <a:lnTo>
                  <a:pt x="1461541" y="1202609"/>
                </a:lnTo>
                <a:lnTo>
                  <a:pt x="1461541" y="1202609"/>
                </a:lnTo>
                <a:lnTo>
                  <a:pt x="1457495" y="1198563"/>
                </a:lnTo>
                <a:lnTo>
                  <a:pt x="1454461" y="1192495"/>
                </a:lnTo>
                <a:lnTo>
                  <a:pt x="1452438" y="1187437"/>
                </a:lnTo>
                <a:lnTo>
                  <a:pt x="1450415" y="1181369"/>
                </a:lnTo>
                <a:lnTo>
                  <a:pt x="1450415" y="1175300"/>
                </a:lnTo>
                <a:lnTo>
                  <a:pt x="1450415" y="1170243"/>
                </a:lnTo>
                <a:lnTo>
                  <a:pt x="1451426" y="1164174"/>
                </a:lnTo>
                <a:lnTo>
                  <a:pt x="1454461" y="1158105"/>
                </a:lnTo>
                <a:lnTo>
                  <a:pt x="1454461" y="1158105"/>
                </a:lnTo>
                <a:lnTo>
                  <a:pt x="1466598" y="1133831"/>
                </a:lnTo>
                <a:lnTo>
                  <a:pt x="1476712" y="1108545"/>
                </a:lnTo>
                <a:lnTo>
                  <a:pt x="1486827" y="1082247"/>
                </a:lnTo>
                <a:lnTo>
                  <a:pt x="1495930" y="1055949"/>
                </a:lnTo>
                <a:lnTo>
                  <a:pt x="1495930" y="1055949"/>
                </a:lnTo>
                <a:lnTo>
                  <a:pt x="1498964" y="1050892"/>
                </a:lnTo>
                <a:lnTo>
                  <a:pt x="1501999" y="1045835"/>
                </a:lnTo>
                <a:lnTo>
                  <a:pt x="1506044" y="1040778"/>
                </a:lnTo>
                <a:lnTo>
                  <a:pt x="1510090" y="1036732"/>
                </a:lnTo>
                <a:lnTo>
                  <a:pt x="1515147" y="1033698"/>
                </a:lnTo>
                <a:lnTo>
                  <a:pt x="1520205" y="1031675"/>
                </a:lnTo>
                <a:lnTo>
                  <a:pt x="1526273" y="1029652"/>
                </a:lnTo>
                <a:lnTo>
                  <a:pt x="1532342" y="1029652"/>
                </a:lnTo>
                <a:lnTo>
                  <a:pt x="1655739" y="1029652"/>
                </a:lnTo>
                <a:lnTo>
                  <a:pt x="1655739" y="1029652"/>
                </a:lnTo>
                <a:lnTo>
                  <a:pt x="1663830" y="1028640"/>
                </a:lnTo>
                <a:lnTo>
                  <a:pt x="1670910" y="1026617"/>
                </a:lnTo>
                <a:lnTo>
                  <a:pt x="1676979" y="1022572"/>
                </a:lnTo>
                <a:lnTo>
                  <a:pt x="1683048" y="1018526"/>
                </a:lnTo>
                <a:lnTo>
                  <a:pt x="1687093" y="1012457"/>
                </a:lnTo>
                <a:lnTo>
                  <a:pt x="1691139" y="1006389"/>
                </a:lnTo>
                <a:lnTo>
                  <a:pt x="1693162" y="999308"/>
                </a:lnTo>
                <a:lnTo>
                  <a:pt x="1694174" y="991217"/>
                </a:lnTo>
                <a:lnTo>
                  <a:pt x="1694174" y="701943"/>
                </a:lnTo>
                <a:lnTo>
                  <a:pt x="1694174" y="701943"/>
                </a:lnTo>
                <a:lnTo>
                  <a:pt x="1693162" y="693852"/>
                </a:lnTo>
                <a:lnTo>
                  <a:pt x="1691139" y="686772"/>
                </a:lnTo>
                <a:lnTo>
                  <a:pt x="1687093" y="680703"/>
                </a:lnTo>
                <a:lnTo>
                  <a:pt x="1683048" y="674634"/>
                </a:lnTo>
                <a:lnTo>
                  <a:pt x="1676979" y="670589"/>
                </a:lnTo>
                <a:lnTo>
                  <a:pt x="1670910" y="666543"/>
                </a:lnTo>
                <a:lnTo>
                  <a:pt x="1663830" y="664520"/>
                </a:lnTo>
                <a:lnTo>
                  <a:pt x="1655739" y="663508"/>
                </a:lnTo>
                <a:lnTo>
                  <a:pt x="1655739" y="663508"/>
                </a:lnTo>
                <a:close/>
                <a:moveTo>
                  <a:pt x="846581" y="1267342"/>
                </a:moveTo>
                <a:lnTo>
                  <a:pt x="846581" y="1267342"/>
                </a:lnTo>
                <a:lnTo>
                  <a:pt x="825341" y="1266330"/>
                </a:lnTo>
                <a:lnTo>
                  <a:pt x="804100" y="1265319"/>
                </a:lnTo>
                <a:lnTo>
                  <a:pt x="782860" y="1262284"/>
                </a:lnTo>
                <a:lnTo>
                  <a:pt x="761619" y="1258239"/>
                </a:lnTo>
                <a:lnTo>
                  <a:pt x="741390" y="1254193"/>
                </a:lnTo>
                <a:lnTo>
                  <a:pt x="722173" y="1248124"/>
                </a:lnTo>
                <a:lnTo>
                  <a:pt x="701944" y="1242055"/>
                </a:lnTo>
                <a:lnTo>
                  <a:pt x="682727" y="1233964"/>
                </a:lnTo>
                <a:lnTo>
                  <a:pt x="664520" y="1225872"/>
                </a:lnTo>
                <a:lnTo>
                  <a:pt x="646314" y="1216769"/>
                </a:lnTo>
                <a:lnTo>
                  <a:pt x="629120" y="1206655"/>
                </a:lnTo>
                <a:lnTo>
                  <a:pt x="611925" y="1195529"/>
                </a:lnTo>
                <a:lnTo>
                  <a:pt x="595742" y="1183392"/>
                </a:lnTo>
                <a:lnTo>
                  <a:pt x="579559" y="1171254"/>
                </a:lnTo>
                <a:lnTo>
                  <a:pt x="564387" y="1158105"/>
                </a:lnTo>
                <a:lnTo>
                  <a:pt x="549216" y="1143945"/>
                </a:lnTo>
                <a:lnTo>
                  <a:pt x="536067" y="1129785"/>
                </a:lnTo>
                <a:lnTo>
                  <a:pt x="521906" y="1114613"/>
                </a:lnTo>
                <a:lnTo>
                  <a:pt x="509769" y="1098430"/>
                </a:lnTo>
                <a:lnTo>
                  <a:pt x="498643" y="1082247"/>
                </a:lnTo>
                <a:lnTo>
                  <a:pt x="487517" y="1065052"/>
                </a:lnTo>
                <a:lnTo>
                  <a:pt x="477403" y="1046846"/>
                </a:lnTo>
                <a:lnTo>
                  <a:pt x="468300" y="1028640"/>
                </a:lnTo>
                <a:lnTo>
                  <a:pt x="459197" y="1010434"/>
                </a:lnTo>
                <a:lnTo>
                  <a:pt x="452117" y="991217"/>
                </a:lnTo>
                <a:lnTo>
                  <a:pt x="445036" y="971999"/>
                </a:lnTo>
                <a:lnTo>
                  <a:pt x="439979" y="951770"/>
                </a:lnTo>
                <a:lnTo>
                  <a:pt x="434922" y="931542"/>
                </a:lnTo>
                <a:lnTo>
                  <a:pt x="430876" y="910301"/>
                </a:lnTo>
                <a:lnTo>
                  <a:pt x="428853" y="890072"/>
                </a:lnTo>
                <a:lnTo>
                  <a:pt x="426830" y="867820"/>
                </a:lnTo>
                <a:lnTo>
                  <a:pt x="426830" y="846580"/>
                </a:lnTo>
                <a:lnTo>
                  <a:pt x="426830" y="846580"/>
                </a:lnTo>
                <a:lnTo>
                  <a:pt x="426830" y="825340"/>
                </a:lnTo>
                <a:lnTo>
                  <a:pt x="428853" y="804099"/>
                </a:lnTo>
                <a:lnTo>
                  <a:pt x="430876" y="782859"/>
                </a:lnTo>
                <a:lnTo>
                  <a:pt x="434922" y="761619"/>
                </a:lnTo>
                <a:lnTo>
                  <a:pt x="439979" y="741390"/>
                </a:lnTo>
                <a:lnTo>
                  <a:pt x="445036" y="721161"/>
                </a:lnTo>
                <a:lnTo>
                  <a:pt x="452117" y="701943"/>
                </a:lnTo>
                <a:lnTo>
                  <a:pt x="459197" y="682726"/>
                </a:lnTo>
                <a:lnTo>
                  <a:pt x="468300" y="664520"/>
                </a:lnTo>
                <a:lnTo>
                  <a:pt x="477403" y="646314"/>
                </a:lnTo>
                <a:lnTo>
                  <a:pt x="487517" y="629119"/>
                </a:lnTo>
                <a:lnTo>
                  <a:pt x="498643" y="611925"/>
                </a:lnTo>
                <a:lnTo>
                  <a:pt x="509769" y="594730"/>
                </a:lnTo>
                <a:lnTo>
                  <a:pt x="521906" y="579558"/>
                </a:lnTo>
                <a:lnTo>
                  <a:pt x="536067" y="564387"/>
                </a:lnTo>
                <a:lnTo>
                  <a:pt x="549216" y="549215"/>
                </a:lnTo>
                <a:lnTo>
                  <a:pt x="564387" y="535055"/>
                </a:lnTo>
                <a:lnTo>
                  <a:pt x="579559" y="521906"/>
                </a:lnTo>
                <a:lnTo>
                  <a:pt x="595742" y="509769"/>
                </a:lnTo>
                <a:lnTo>
                  <a:pt x="611925" y="497631"/>
                </a:lnTo>
                <a:lnTo>
                  <a:pt x="629120" y="487517"/>
                </a:lnTo>
                <a:lnTo>
                  <a:pt x="646314" y="477402"/>
                </a:lnTo>
                <a:lnTo>
                  <a:pt x="664520" y="467288"/>
                </a:lnTo>
                <a:lnTo>
                  <a:pt x="682727" y="459196"/>
                </a:lnTo>
                <a:lnTo>
                  <a:pt x="701944" y="452116"/>
                </a:lnTo>
                <a:lnTo>
                  <a:pt x="722173" y="445036"/>
                </a:lnTo>
                <a:lnTo>
                  <a:pt x="741390" y="438967"/>
                </a:lnTo>
                <a:lnTo>
                  <a:pt x="761619" y="434922"/>
                </a:lnTo>
                <a:lnTo>
                  <a:pt x="782860" y="430876"/>
                </a:lnTo>
                <a:lnTo>
                  <a:pt x="804100" y="428853"/>
                </a:lnTo>
                <a:lnTo>
                  <a:pt x="825341" y="426830"/>
                </a:lnTo>
                <a:lnTo>
                  <a:pt x="846581" y="425819"/>
                </a:lnTo>
                <a:lnTo>
                  <a:pt x="846581" y="425819"/>
                </a:lnTo>
                <a:lnTo>
                  <a:pt x="868833" y="426830"/>
                </a:lnTo>
                <a:lnTo>
                  <a:pt x="890073" y="428853"/>
                </a:lnTo>
                <a:lnTo>
                  <a:pt x="911314" y="430876"/>
                </a:lnTo>
                <a:lnTo>
                  <a:pt x="931542" y="434922"/>
                </a:lnTo>
                <a:lnTo>
                  <a:pt x="951771" y="438967"/>
                </a:lnTo>
                <a:lnTo>
                  <a:pt x="972000" y="445036"/>
                </a:lnTo>
                <a:lnTo>
                  <a:pt x="991218" y="452116"/>
                </a:lnTo>
                <a:lnTo>
                  <a:pt x="1010435" y="459196"/>
                </a:lnTo>
                <a:lnTo>
                  <a:pt x="1028641" y="467288"/>
                </a:lnTo>
                <a:lnTo>
                  <a:pt x="1046847" y="477402"/>
                </a:lnTo>
                <a:lnTo>
                  <a:pt x="1065054" y="487517"/>
                </a:lnTo>
                <a:lnTo>
                  <a:pt x="1082248" y="497631"/>
                </a:lnTo>
                <a:lnTo>
                  <a:pt x="1098431" y="509769"/>
                </a:lnTo>
                <a:lnTo>
                  <a:pt x="1114614" y="521906"/>
                </a:lnTo>
                <a:lnTo>
                  <a:pt x="1129786" y="535055"/>
                </a:lnTo>
                <a:lnTo>
                  <a:pt x="1143946" y="549215"/>
                </a:lnTo>
                <a:lnTo>
                  <a:pt x="1158107" y="564387"/>
                </a:lnTo>
                <a:lnTo>
                  <a:pt x="1171255" y="579558"/>
                </a:lnTo>
                <a:lnTo>
                  <a:pt x="1183393" y="594730"/>
                </a:lnTo>
                <a:lnTo>
                  <a:pt x="1195530" y="611925"/>
                </a:lnTo>
                <a:lnTo>
                  <a:pt x="1206656" y="629119"/>
                </a:lnTo>
                <a:lnTo>
                  <a:pt x="1216771" y="646314"/>
                </a:lnTo>
                <a:lnTo>
                  <a:pt x="1225874" y="664520"/>
                </a:lnTo>
                <a:lnTo>
                  <a:pt x="1233965" y="682726"/>
                </a:lnTo>
                <a:lnTo>
                  <a:pt x="1242057" y="701943"/>
                </a:lnTo>
                <a:lnTo>
                  <a:pt x="1248125" y="721161"/>
                </a:lnTo>
                <a:lnTo>
                  <a:pt x="1254194" y="741390"/>
                </a:lnTo>
                <a:lnTo>
                  <a:pt x="1258240" y="761619"/>
                </a:lnTo>
                <a:lnTo>
                  <a:pt x="1262286" y="782859"/>
                </a:lnTo>
                <a:lnTo>
                  <a:pt x="1265320" y="804099"/>
                </a:lnTo>
                <a:lnTo>
                  <a:pt x="1266331" y="825340"/>
                </a:lnTo>
                <a:lnTo>
                  <a:pt x="1267343" y="846580"/>
                </a:lnTo>
                <a:lnTo>
                  <a:pt x="1267343" y="846580"/>
                </a:lnTo>
                <a:lnTo>
                  <a:pt x="1266331" y="867820"/>
                </a:lnTo>
                <a:lnTo>
                  <a:pt x="1265320" y="890072"/>
                </a:lnTo>
                <a:lnTo>
                  <a:pt x="1262286" y="910301"/>
                </a:lnTo>
                <a:lnTo>
                  <a:pt x="1258240" y="931542"/>
                </a:lnTo>
                <a:lnTo>
                  <a:pt x="1254194" y="951770"/>
                </a:lnTo>
                <a:lnTo>
                  <a:pt x="1248125" y="971999"/>
                </a:lnTo>
                <a:lnTo>
                  <a:pt x="1242057" y="991217"/>
                </a:lnTo>
                <a:lnTo>
                  <a:pt x="1233965" y="1010434"/>
                </a:lnTo>
                <a:lnTo>
                  <a:pt x="1225874" y="1028640"/>
                </a:lnTo>
                <a:lnTo>
                  <a:pt x="1216771" y="1046846"/>
                </a:lnTo>
                <a:lnTo>
                  <a:pt x="1206656" y="1065052"/>
                </a:lnTo>
                <a:lnTo>
                  <a:pt x="1195530" y="1082247"/>
                </a:lnTo>
                <a:lnTo>
                  <a:pt x="1183393" y="1098430"/>
                </a:lnTo>
                <a:lnTo>
                  <a:pt x="1171255" y="1114613"/>
                </a:lnTo>
                <a:lnTo>
                  <a:pt x="1158107" y="1129785"/>
                </a:lnTo>
                <a:lnTo>
                  <a:pt x="1143946" y="1143945"/>
                </a:lnTo>
                <a:lnTo>
                  <a:pt x="1129786" y="1158105"/>
                </a:lnTo>
                <a:lnTo>
                  <a:pt x="1114614" y="1171254"/>
                </a:lnTo>
                <a:lnTo>
                  <a:pt x="1098431" y="1183392"/>
                </a:lnTo>
                <a:lnTo>
                  <a:pt x="1082248" y="1195529"/>
                </a:lnTo>
                <a:lnTo>
                  <a:pt x="1065054" y="1206655"/>
                </a:lnTo>
                <a:lnTo>
                  <a:pt x="1046847" y="1216769"/>
                </a:lnTo>
                <a:lnTo>
                  <a:pt x="1028641" y="1225872"/>
                </a:lnTo>
                <a:lnTo>
                  <a:pt x="1010435" y="1233964"/>
                </a:lnTo>
                <a:lnTo>
                  <a:pt x="991218" y="1242055"/>
                </a:lnTo>
                <a:lnTo>
                  <a:pt x="972000" y="1248124"/>
                </a:lnTo>
                <a:lnTo>
                  <a:pt x="951771" y="1254193"/>
                </a:lnTo>
                <a:lnTo>
                  <a:pt x="931542" y="1258239"/>
                </a:lnTo>
                <a:lnTo>
                  <a:pt x="911314" y="1262284"/>
                </a:lnTo>
                <a:lnTo>
                  <a:pt x="890073" y="1265319"/>
                </a:lnTo>
                <a:lnTo>
                  <a:pt x="868833" y="1266330"/>
                </a:lnTo>
                <a:lnTo>
                  <a:pt x="846581" y="1267342"/>
                </a:lnTo>
                <a:lnTo>
                  <a:pt x="846581" y="1267342"/>
                </a:lnTo>
                <a:close/>
              </a:path>
            </a:pathLst>
          </a:custGeom>
          <a:solidFill>
            <a:srgbClr val="E4D3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1077215" y="606699"/>
            <a:ext cx="933418" cy="933418"/>
          </a:xfrm>
          <a:prstGeom prst="ellipse">
            <a:avLst/>
          </a:prstGeom>
          <a:solidFill>
            <a:srgbClr val="E4D3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16528002" y="8393748"/>
            <a:ext cx="933418" cy="933418"/>
          </a:xfrm>
          <a:prstGeom prst="ellipse">
            <a:avLst/>
          </a:prstGeom>
          <a:solidFill>
            <a:srgbClr val="174D9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/>
          <p:nvPr/>
        </p:nvSpPr>
        <p:spPr>
          <a:xfrm>
            <a:off x="12060376" y="1501007"/>
            <a:ext cx="8021654" cy="8021654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-5913633" y="-4291897"/>
            <a:ext cx="8582108" cy="8583793"/>
          </a:xfrm>
          <a:custGeom>
            <a:rect b="b" l="l" r="r" t="t"/>
            <a:pathLst>
              <a:path extrusionOk="0" h="1702264" w="1702265">
                <a:moveTo>
                  <a:pt x="996275" y="1702264"/>
                </a:moveTo>
                <a:lnTo>
                  <a:pt x="707001" y="1702264"/>
                </a:lnTo>
                <a:lnTo>
                  <a:pt x="707001" y="1702264"/>
                </a:lnTo>
                <a:lnTo>
                  <a:pt x="697898" y="1701252"/>
                </a:lnTo>
                <a:lnTo>
                  <a:pt x="689807" y="1698218"/>
                </a:lnTo>
                <a:lnTo>
                  <a:pt x="682727" y="1694172"/>
                </a:lnTo>
                <a:lnTo>
                  <a:pt x="676658" y="1689115"/>
                </a:lnTo>
                <a:lnTo>
                  <a:pt x="671601" y="1683046"/>
                </a:lnTo>
                <a:lnTo>
                  <a:pt x="667555" y="1675966"/>
                </a:lnTo>
                <a:lnTo>
                  <a:pt x="665532" y="1667874"/>
                </a:lnTo>
                <a:lnTo>
                  <a:pt x="664521" y="1659783"/>
                </a:lnTo>
                <a:lnTo>
                  <a:pt x="664521" y="1536386"/>
                </a:lnTo>
                <a:lnTo>
                  <a:pt x="664521" y="1536386"/>
                </a:lnTo>
                <a:lnTo>
                  <a:pt x="664521" y="1530318"/>
                </a:lnTo>
                <a:lnTo>
                  <a:pt x="662498" y="1525261"/>
                </a:lnTo>
                <a:lnTo>
                  <a:pt x="660475" y="1521215"/>
                </a:lnTo>
                <a:lnTo>
                  <a:pt x="658452" y="1516158"/>
                </a:lnTo>
                <a:lnTo>
                  <a:pt x="654406" y="1512112"/>
                </a:lnTo>
                <a:lnTo>
                  <a:pt x="650360" y="1509077"/>
                </a:lnTo>
                <a:lnTo>
                  <a:pt x="645303" y="1506043"/>
                </a:lnTo>
                <a:lnTo>
                  <a:pt x="640246" y="1504020"/>
                </a:lnTo>
                <a:lnTo>
                  <a:pt x="640246" y="1504020"/>
                </a:lnTo>
                <a:lnTo>
                  <a:pt x="613948" y="1494917"/>
                </a:lnTo>
                <a:lnTo>
                  <a:pt x="588662" y="1484803"/>
                </a:lnTo>
                <a:lnTo>
                  <a:pt x="563376" y="1473677"/>
                </a:lnTo>
                <a:lnTo>
                  <a:pt x="538090" y="1461539"/>
                </a:lnTo>
                <a:lnTo>
                  <a:pt x="538090" y="1461539"/>
                </a:lnTo>
                <a:lnTo>
                  <a:pt x="533033" y="1459517"/>
                </a:lnTo>
                <a:lnTo>
                  <a:pt x="527975" y="1458505"/>
                </a:lnTo>
                <a:lnTo>
                  <a:pt x="522918" y="1457494"/>
                </a:lnTo>
                <a:lnTo>
                  <a:pt x="516849" y="1458505"/>
                </a:lnTo>
                <a:lnTo>
                  <a:pt x="511792" y="1459517"/>
                </a:lnTo>
                <a:lnTo>
                  <a:pt x="506735" y="1461539"/>
                </a:lnTo>
                <a:lnTo>
                  <a:pt x="502689" y="1464574"/>
                </a:lnTo>
                <a:lnTo>
                  <a:pt x="498643" y="1468620"/>
                </a:lnTo>
                <a:lnTo>
                  <a:pt x="411659" y="1554592"/>
                </a:lnTo>
                <a:lnTo>
                  <a:pt x="411659" y="1554592"/>
                </a:lnTo>
                <a:lnTo>
                  <a:pt x="405590" y="1559650"/>
                </a:lnTo>
                <a:lnTo>
                  <a:pt x="397499" y="1563696"/>
                </a:lnTo>
                <a:lnTo>
                  <a:pt x="390419" y="1566730"/>
                </a:lnTo>
                <a:lnTo>
                  <a:pt x="381316" y="1566730"/>
                </a:lnTo>
                <a:lnTo>
                  <a:pt x="381316" y="1566730"/>
                </a:lnTo>
                <a:lnTo>
                  <a:pt x="373224" y="1566730"/>
                </a:lnTo>
                <a:lnTo>
                  <a:pt x="365132" y="1563696"/>
                </a:lnTo>
                <a:lnTo>
                  <a:pt x="358052" y="1559650"/>
                </a:lnTo>
                <a:lnTo>
                  <a:pt x="351984" y="1554592"/>
                </a:lnTo>
                <a:lnTo>
                  <a:pt x="147671" y="1350280"/>
                </a:lnTo>
                <a:lnTo>
                  <a:pt x="147671" y="1350280"/>
                </a:lnTo>
                <a:lnTo>
                  <a:pt x="141603" y="1343200"/>
                </a:lnTo>
                <a:lnTo>
                  <a:pt x="137557" y="1336120"/>
                </a:lnTo>
                <a:lnTo>
                  <a:pt x="135534" y="1328029"/>
                </a:lnTo>
                <a:lnTo>
                  <a:pt x="134522" y="1319937"/>
                </a:lnTo>
                <a:lnTo>
                  <a:pt x="135534" y="1312857"/>
                </a:lnTo>
                <a:lnTo>
                  <a:pt x="137557" y="1304765"/>
                </a:lnTo>
                <a:lnTo>
                  <a:pt x="141603" y="1297685"/>
                </a:lnTo>
                <a:lnTo>
                  <a:pt x="147671" y="1290605"/>
                </a:lnTo>
                <a:lnTo>
                  <a:pt x="233644" y="1203621"/>
                </a:lnTo>
                <a:lnTo>
                  <a:pt x="233644" y="1203621"/>
                </a:lnTo>
                <a:lnTo>
                  <a:pt x="237690" y="1199575"/>
                </a:lnTo>
                <a:lnTo>
                  <a:pt x="240724" y="1195529"/>
                </a:lnTo>
                <a:lnTo>
                  <a:pt x="242747" y="1190472"/>
                </a:lnTo>
                <a:lnTo>
                  <a:pt x="243759" y="1185415"/>
                </a:lnTo>
                <a:lnTo>
                  <a:pt x="244770" y="1179346"/>
                </a:lnTo>
                <a:lnTo>
                  <a:pt x="243759" y="1174289"/>
                </a:lnTo>
                <a:lnTo>
                  <a:pt x="242747" y="1169232"/>
                </a:lnTo>
                <a:lnTo>
                  <a:pt x="240724" y="1164174"/>
                </a:lnTo>
                <a:lnTo>
                  <a:pt x="240724" y="1164174"/>
                </a:lnTo>
                <a:lnTo>
                  <a:pt x="228587" y="1138888"/>
                </a:lnTo>
                <a:lnTo>
                  <a:pt x="217461" y="1113602"/>
                </a:lnTo>
                <a:lnTo>
                  <a:pt x="207347" y="1087304"/>
                </a:lnTo>
                <a:lnTo>
                  <a:pt x="198244" y="1062018"/>
                </a:lnTo>
                <a:lnTo>
                  <a:pt x="198244" y="1062018"/>
                </a:lnTo>
                <a:lnTo>
                  <a:pt x="196221" y="1055950"/>
                </a:lnTo>
                <a:lnTo>
                  <a:pt x="193186" y="1051904"/>
                </a:lnTo>
                <a:lnTo>
                  <a:pt x="190152" y="1047858"/>
                </a:lnTo>
                <a:lnTo>
                  <a:pt x="186106" y="1043812"/>
                </a:lnTo>
                <a:lnTo>
                  <a:pt x="181049" y="1041789"/>
                </a:lnTo>
                <a:lnTo>
                  <a:pt x="175992" y="1039766"/>
                </a:lnTo>
                <a:lnTo>
                  <a:pt x="170935" y="1037744"/>
                </a:lnTo>
                <a:lnTo>
                  <a:pt x="165877" y="1037744"/>
                </a:lnTo>
                <a:lnTo>
                  <a:pt x="42481" y="1037744"/>
                </a:lnTo>
                <a:lnTo>
                  <a:pt x="42481" y="1037744"/>
                </a:lnTo>
                <a:lnTo>
                  <a:pt x="34389" y="1036732"/>
                </a:lnTo>
                <a:lnTo>
                  <a:pt x="26298" y="1034709"/>
                </a:lnTo>
                <a:lnTo>
                  <a:pt x="19217" y="1030663"/>
                </a:lnTo>
                <a:lnTo>
                  <a:pt x="13149" y="1025606"/>
                </a:lnTo>
                <a:lnTo>
                  <a:pt x="7080" y="1018526"/>
                </a:lnTo>
                <a:lnTo>
                  <a:pt x="4046" y="1011446"/>
                </a:lnTo>
                <a:lnTo>
                  <a:pt x="1011" y="1004366"/>
                </a:lnTo>
                <a:lnTo>
                  <a:pt x="0" y="995263"/>
                </a:lnTo>
                <a:lnTo>
                  <a:pt x="0" y="705989"/>
                </a:lnTo>
                <a:lnTo>
                  <a:pt x="0" y="705989"/>
                </a:lnTo>
                <a:lnTo>
                  <a:pt x="1011" y="697898"/>
                </a:lnTo>
                <a:lnTo>
                  <a:pt x="4046" y="689806"/>
                </a:lnTo>
                <a:lnTo>
                  <a:pt x="7080" y="682726"/>
                </a:lnTo>
                <a:lnTo>
                  <a:pt x="13149" y="676657"/>
                </a:lnTo>
                <a:lnTo>
                  <a:pt x="19217" y="670589"/>
                </a:lnTo>
                <a:lnTo>
                  <a:pt x="26298" y="667554"/>
                </a:lnTo>
                <a:lnTo>
                  <a:pt x="34389" y="664520"/>
                </a:lnTo>
                <a:lnTo>
                  <a:pt x="42481" y="663509"/>
                </a:lnTo>
                <a:lnTo>
                  <a:pt x="165877" y="663509"/>
                </a:lnTo>
                <a:lnTo>
                  <a:pt x="165877" y="663509"/>
                </a:lnTo>
                <a:lnTo>
                  <a:pt x="170935" y="663509"/>
                </a:lnTo>
                <a:lnTo>
                  <a:pt x="175992" y="662497"/>
                </a:lnTo>
                <a:lnTo>
                  <a:pt x="181049" y="660474"/>
                </a:lnTo>
                <a:lnTo>
                  <a:pt x="186106" y="657440"/>
                </a:lnTo>
                <a:lnTo>
                  <a:pt x="190152" y="653394"/>
                </a:lnTo>
                <a:lnTo>
                  <a:pt x="193186" y="649348"/>
                </a:lnTo>
                <a:lnTo>
                  <a:pt x="196221" y="645303"/>
                </a:lnTo>
                <a:lnTo>
                  <a:pt x="198244" y="640245"/>
                </a:lnTo>
                <a:lnTo>
                  <a:pt x="198244" y="640245"/>
                </a:lnTo>
                <a:lnTo>
                  <a:pt x="207347" y="613948"/>
                </a:lnTo>
                <a:lnTo>
                  <a:pt x="217461" y="587650"/>
                </a:lnTo>
                <a:lnTo>
                  <a:pt x="228587" y="562364"/>
                </a:lnTo>
                <a:lnTo>
                  <a:pt x="240724" y="537078"/>
                </a:lnTo>
                <a:lnTo>
                  <a:pt x="240724" y="537078"/>
                </a:lnTo>
                <a:lnTo>
                  <a:pt x="242747" y="532021"/>
                </a:lnTo>
                <a:lnTo>
                  <a:pt x="243759" y="526963"/>
                </a:lnTo>
                <a:lnTo>
                  <a:pt x="244770" y="521906"/>
                </a:lnTo>
                <a:lnTo>
                  <a:pt x="243759" y="516849"/>
                </a:lnTo>
                <a:lnTo>
                  <a:pt x="242747" y="511792"/>
                </a:lnTo>
                <a:lnTo>
                  <a:pt x="240724" y="506734"/>
                </a:lnTo>
                <a:lnTo>
                  <a:pt x="237690" y="501677"/>
                </a:lnTo>
                <a:lnTo>
                  <a:pt x="233644" y="497631"/>
                </a:lnTo>
                <a:lnTo>
                  <a:pt x="147671" y="410647"/>
                </a:lnTo>
                <a:lnTo>
                  <a:pt x="147671" y="410647"/>
                </a:lnTo>
                <a:lnTo>
                  <a:pt x="141603" y="404578"/>
                </a:lnTo>
                <a:lnTo>
                  <a:pt x="137557" y="396487"/>
                </a:lnTo>
                <a:lnTo>
                  <a:pt x="135534" y="389407"/>
                </a:lnTo>
                <a:lnTo>
                  <a:pt x="134522" y="381315"/>
                </a:lnTo>
                <a:lnTo>
                  <a:pt x="135534" y="373224"/>
                </a:lnTo>
                <a:lnTo>
                  <a:pt x="137557" y="365132"/>
                </a:lnTo>
                <a:lnTo>
                  <a:pt x="141603" y="358052"/>
                </a:lnTo>
                <a:lnTo>
                  <a:pt x="147671" y="350972"/>
                </a:lnTo>
                <a:lnTo>
                  <a:pt x="351984" y="146660"/>
                </a:lnTo>
                <a:lnTo>
                  <a:pt x="351984" y="146660"/>
                </a:lnTo>
                <a:lnTo>
                  <a:pt x="358052" y="141602"/>
                </a:lnTo>
                <a:lnTo>
                  <a:pt x="365132" y="137557"/>
                </a:lnTo>
                <a:lnTo>
                  <a:pt x="373224" y="135534"/>
                </a:lnTo>
                <a:lnTo>
                  <a:pt x="381316" y="134522"/>
                </a:lnTo>
                <a:lnTo>
                  <a:pt x="381316" y="134522"/>
                </a:lnTo>
                <a:lnTo>
                  <a:pt x="390419" y="135534"/>
                </a:lnTo>
                <a:lnTo>
                  <a:pt x="397499" y="137557"/>
                </a:lnTo>
                <a:lnTo>
                  <a:pt x="405590" y="141602"/>
                </a:lnTo>
                <a:lnTo>
                  <a:pt x="411659" y="146660"/>
                </a:lnTo>
                <a:lnTo>
                  <a:pt x="498643" y="233644"/>
                </a:lnTo>
                <a:lnTo>
                  <a:pt x="498643" y="233644"/>
                </a:lnTo>
                <a:lnTo>
                  <a:pt x="502689" y="236678"/>
                </a:lnTo>
                <a:lnTo>
                  <a:pt x="506735" y="239713"/>
                </a:lnTo>
                <a:lnTo>
                  <a:pt x="511792" y="241736"/>
                </a:lnTo>
                <a:lnTo>
                  <a:pt x="516849" y="242747"/>
                </a:lnTo>
                <a:lnTo>
                  <a:pt x="522918" y="243759"/>
                </a:lnTo>
                <a:lnTo>
                  <a:pt x="527975" y="242747"/>
                </a:lnTo>
                <a:lnTo>
                  <a:pt x="533033" y="241736"/>
                </a:lnTo>
                <a:lnTo>
                  <a:pt x="538090" y="239713"/>
                </a:lnTo>
                <a:lnTo>
                  <a:pt x="538090" y="239713"/>
                </a:lnTo>
                <a:lnTo>
                  <a:pt x="563376" y="227575"/>
                </a:lnTo>
                <a:lnTo>
                  <a:pt x="588662" y="216449"/>
                </a:lnTo>
                <a:lnTo>
                  <a:pt x="613948" y="206335"/>
                </a:lnTo>
                <a:lnTo>
                  <a:pt x="640246" y="197232"/>
                </a:lnTo>
                <a:lnTo>
                  <a:pt x="640246" y="197232"/>
                </a:lnTo>
                <a:lnTo>
                  <a:pt x="645303" y="195209"/>
                </a:lnTo>
                <a:lnTo>
                  <a:pt x="650360" y="192175"/>
                </a:lnTo>
                <a:lnTo>
                  <a:pt x="654406" y="189140"/>
                </a:lnTo>
                <a:lnTo>
                  <a:pt x="658452" y="185095"/>
                </a:lnTo>
                <a:lnTo>
                  <a:pt x="660475" y="181049"/>
                </a:lnTo>
                <a:lnTo>
                  <a:pt x="662498" y="175992"/>
                </a:lnTo>
                <a:lnTo>
                  <a:pt x="664521" y="170934"/>
                </a:lnTo>
                <a:lnTo>
                  <a:pt x="664521" y="164866"/>
                </a:lnTo>
                <a:lnTo>
                  <a:pt x="664521" y="41469"/>
                </a:lnTo>
                <a:lnTo>
                  <a:pt x="664521" y="41469"/>
                </a:lnTo>
                <a:lnTo>
                  <a:pt x="665532" y="33378"/>
                </a:lnTo>
                <a:lnTo>
                  <a:pt x="667555" y="25286"/>
                </a:lnTo>
                <a:lnTo>
                  <a:pt x="671601" y="18206"/>
                </a:lnTo>
                <a:lnTo>
                  <a:pt x="676658" y="12137"/>
                </a:lnTo>
                <a:lnTo>
                  <a:pt x="682727" y="7080"/>
                </a:lnTo>
                <a:lnTo>
                  <a:pt x="689807" y="3034"/>
                </a:lnTo>
                <a:lnTo>
                  <a:pt x="697898" y="1011"/>
                </a:lnTo>
                <a:lnTo>
                  <a:pt x="707001" y="0"/>
                </a:lnTo>
                <a:lnTo>
                  <a:pt x="996275" y="0"/>
                </a:lnTo>
                <a:lnTo>
                  <a:pt x="996275" y="0"/>
                </a:lnTo>
                <a:lnTo>
                  <a:pt x="1004367" y="1011"/>
                </a:lnTo>
                <a:lnTo>
                  <a:pt x="1012458" y="3034"/>
                </a:lnTo>
                <a:lnTo>
                  <a:pt x="1019539" y="7080"/>
                </a:lnTo>
                <a:lnTo>
                  <a:pt x="1025607" y="12137"/>
                </a:lnTo>
                <a:lnTo>
                  <a:pt x="1030665" y="18206"/>
                </a:lnTo>
                <a:lnTo>
                  <a:pt x="1034710" y="25286"/>
                </a:lnTo>
                <a:lnTo>
                  <a:pt x="1037745" y="33378"/>
                </a:lnTo>
                <a:lnTo>
                  <a:pt x="1038756" y="41469"/>
                </a:lnTo>
                <a:lnTo>
                  <a:pt x="1038756" y="164866"/>
                </a:lnTo>
                <a:lnTo>
                  <a:pt x="1038756" y="164866"/>
                </a:lnTo>
                <a:lnTo>
                  <a:pt x="1038756" y="170934"/>
                </a:lnTo>
                <a:lnTo>
                  <a:pt x="1039768" y="175992"/>
                </a:lnTo>
                <a:lnTo>
                  <a:pt x="1041790" y="181049"/>
                </a:lnTo>
                <a:lnTo>
                  <a:pt x="1044825" y="185095"/>
                </a:lnTo>
                <a:lnTo>
                  <a:pt x="1047859" y="189140"/>
                </a:lnTo>
                <a:lnTo>
                  <a:pt x="1052916" y="192175"/>
                </a:lnTo>
                <a:lnTo>
                  <a:pt x="1056962" y="195209"/>
                </a:lnTo>
                <a:lnTo>
                  <a:pt x="1062019" y="197232"/>
                </a:lnTo>
                <a:lnTo>
                  <a:pt x="1062019" y="197232"/>
                </a:lnTo>
                <a:lnTo>
                  <a:pt x="1088317" y="206335"/>
                </a:lnTo>
                <a:lnTo>
                  <a:pt x="1114615" y="216449"/>
                </a:lnTo>
                <a:lnTo>
                  <a:pt x="1139901" y="227575"/>
                </a:lnTo>
                <a:lnTo>
                  <a:pt x="1165187" y="239713"/>
                </a:lnTo>
                <a:lnTo>
                  <a:pt x="1165187" y="239713"/>
                </a:lnTo>
                <a:lnTo>
                  <a:pt x="1170244" y="241736"/>
                </a:lnTo>
                <a:lnTo>
                  <a:pt x="1175301" y="242747"/>
                </a:lnTo>
                <a:lnTo>
                  <a:pt x="1180359" y="243759"/>
                </a:lnTo>
                <a:lnTo>
                  <a:pt x="1185416" y="242747"/>
                </a:lnTo>
                <a:lnTo>
                  <a:pt x="1190473" y="241736"/>
                </a:lnTo>
                <a:lnTo>
                  <a:pt x="1195530" y="239713"/>
                </a:lnTo>
                <a:lnTo>
                  <a:pt x="1200588" y="236678"/>
                </a:lnTo>
                <a:lnTo>
                  <a:pt x="1204633" y="233644"/>
                </a:lnTo>
                <a:lnTo>
                  <a:pt x="1291618" y="146660"/>
                </a:lnTo>
                <a:lnTo>
                  <a:pt x="1291618" y="146660"/>
                </a:lnTo>
                <a:lnTo>
                  <a:pt x="1297687" y="141602"/>
                </a:lnTo>
                <a:lnTo>
                  <a:pt x="1304767" y="137557"/>
                </a:lnTo>
                <a:lnTo>
                  <a:pt x="1312858" y="135534"/>
                </a:lnTo>
                <a:lnTo>
                  <a:pt x="1320950" y="134522"/>
                </a:lnTo>
                <a:lnTo>
                  <a:pt x="1320950" y="134522"/>
                </a:lnTo>
                <a:lnTo>
                  <a:pt x="1329041" y="135534"/>
                </a:lnTo>
                <a:lnTo>
                  <a:pt x="1337133" y="137557"/>
                </a:lnTo>
                <a:lnTo>
                  <a:pt x="1344213" y="141602"/>
                </a:lnTo>
                <a:lnTo>
                  <a:pt x="1351293" y="146660"/>
                </a:lnTo>
                <a:lnTo>
                  <a:pt x="1555606" y="350972"/>
                </a:lnTo>
                <a:lnTo>
                  <a:pt x="1555606" y="350972"/>
                </a:lnTo>
                <a:lnTo>
                  <a:pt x="1560663" y="358052"/>
                </a:lnTo>
                <a:lnTo>
                  <a:pt x="1564709" y="365132"/>
                </a:lnTo>
                <a:lnTo>
                  <a:pt x="1566731" y="373224"/>
                </a:lnTo>
                <a:lnTo>
                  <a:pt x="1567743" y="381315"/>
                </a:lnTo>
                <a:lnTo>
                  <a:pt x="1567743" y="381315"/>
                </a:lnTo>
                <a:lnTo>
                  <a:pt x="1566731" y="389407"/>
                </a:lnTo>
                <a:lnTo>
                  <a:pt x="1564709" y="397498"/>
                </a:lnTo>
                <a:lnTo>
                  <a:pt x="1560663" y="404578"/>
                </a:lnTo>
                <a:lnTo>
                  <a:pt x="1555606" y="410647"/>
                </a:lnTo>
                <a:lnTo>
                  <a:pt x="1468621" y="497631"/>
                </a:lnTo>
                <a:lnTo>
                  <a:pt x="1468621" y="497631"/>
                </a:lnTo>
                <a:lnTo>
                  <a:pt x="1465587" y="501677"/>
                </a:lnTo>
                <a:lnTo>
                  <a:pt x="1462552" y="506734"/>
                </a:lnTo>
                <a:lnTo>
                  <a:pt x="1460530" y="511792"/>
                </a:lnTo>
                <a:lnTo>
                  <a:pt x="1459518" y="516849"/>
                </a:lnTo>
                <a:lnTo>
                  <a:pt x="1458507" y="521906"/>
                </a:lnTo>
                <a:lnTo>
                  <a:pt x="1458507" y="526963"/>
                </a:lnTo>
                <a:lnTo>
                  <a:pt x="1460530" y="532021"/>
                </a:lnTo>
                <a:lnTo>
                  <a:pt x="1462552" y="537078"/>
                </a:lnTo>
                <a:lnTo>
                  <a:pt x="1462552" y="537078"/>
                </a:lnTo>
                <a:lnTo>
                  <a:pt x="1474690" y="562364"/>
                </a:lnTo>
                <a:lnTo>
                  <a:pt x="1485816" y="587650"/>
                </a:lnTo>
                <a:lnTo>
                  <a:pt x="1495930" y="613948"/>
                </a:lnTo>
                <a:lnTo>
                  <a:pt x="1505033" y="640245"/>
                </a:lnTo>
                <a:lnTo>
                  <a:pt x="1505033" y="640245"/>
                </a:lnTo>
                <a:lnTo>
                  <a:pt x="1507056" y="645303"/>
                </a:lnTo>
                <a:lnTo>
                  <a:pt x="1510090" y="649348"/>
                </a:lnTo>
                <a:lnTo>
                  <a:pt x="1513125" y="653394"/>
                </a:lnTo>
                <a:lnTo>
                  <a:pt x="1517171" y="657440"/>
                </a:lnTo>
                <a:lnTo>
                  <a:pt x="1521216" y="660474"/>
                </a:lnTo>
                <a:lnTo>
                  <a:pt x="1526274" y="662497"/>
                </a:lnTo>
                <a:lnTo>
                  <a:pt x="1531331" y="663509"/>
                </a:lnTo>
                <a:lnTo>
                  <a:pt x="1536388" y="663509"/>
                </a:lnTo>
                <a:lnTo>
                  <a:pt x="1660796" y="663509"/>
                </a:lnTo>
                <a:lnTo>
                  <a:pt x="1660796" y="663509"/>
                </a:lnTo>
                <a:lnTo>
                  <a:pt x="1668888" y="664520"/>
                </a:lnTo>
                <a:lnTo>
                  <a:pt x="1676979" y="667554"/>
                </a:lnTo>
                <a:lnTo>
                  <a:pt x="1684059" y="670589"/>
                </a:lnTo>
                <a:lnTo>
                  <a:pt x="1690128" y="676657"/>
                </a:lnTo>
                <a:lnTo>
                  <a:pt x="1695185" y="682726"/>
                </a:lnTo>
                <a:lnTo>
                  <a:pt x="1699231" y="689806"/>
                </a:lnTo>
                <a:lnTo>
                  <a:pt x="1701254" y="697898"/>
                </a:lnTo>
                <a:lnTo>
                  <a:pt x="1702265" y="705989"/>
                </a:lnTo>
                <a:lnTo>
                  <a:pt x="1702265" y="995263"/>
                </a:lnTo>
                <a:lnTo>
                  <a:pt x="1702265" y="995263"/>
                </a:lnTo>
                <a:lnTo>
                  <a:pt x="1701254" y="1004366"/>
                </a:lnTo>
                <a:lnTo>
                  <a:pt x="1699231" y="1011446"/>
                </a:lnTo>
                <a:lnTo>
                  <a:pt x="1695185" y="1018526"/>
                </a:lnTo>
                <a:lnTo>
                  <a:pt x="1690128" y="1025606"/>
                </a:lnTo>
                <a:lnTo>
                  <a:pt x="1684059" y="1030663"/>
                </a:lnTo>
                <a:lnTo>
                  <a:pt x="1676979" y="1034709"/>
                </a:lnTo>
                <a:lnTo>
                  <a:pt x="1668888" y="1036732"/>
                </a:lnTo>
                <a:lnTo>
                  <a:pt x="1660796" y="1037744"/>
                </a:lnTo>
                <a:lnTo>
                  <a:pt x="1536388" y="1037744"/>
                </a:lnTo>
                <a:lnTo>
                  <a:pt x="1536388" y="1037744"/>
                </a:lnTo>
                <a:lnTo>
                  <a:pt x="1531331" y="1037744"/>
                </a:lnTo>
                <a:lnTo>
                  <a:pt x="1526274" y="1039766"/>
                </a:lnTo>
                <a:lnTo>
                  <a:pt x="1521216" y="1041789"/>
                </a:lnTo>
                <a:lnTo>
                  <a:pt x="1517171" y="1043812"/>
                </a:lnTo>
                <a:lnTo>
                  <a:pt x="1513125" y="1047858"/>
                </a:lnTo>
                <a:lnTo>
                  <a:pt x="1510090" y="1051904"/>
                </a:lnTo>
                <a:lnTo>
                  <a:pt x="1507056" y="1055950"/>
                </a:lnTo>
                <a:lnTo>
                  <a:pt x="1505033" y="1062018"/>
                </a:lnTo>
                <a:lnTo>
                  <a:pt x="1505033" y="1062018"/>
                </a:lnTo>
                <a:lnTo>
                  <a:pt x="1495930" y="1087304"/>
                </a:lnTo>
                <a:lnTo>
                  <a:pt x="1485816" y="1113602"/>
                </a:lnTo>
                <a:lnTo>
                  <a:pt x="1474690" y="1138888"/>
                </a:lnTo>
                <a:lnTo>
                  <a:pt x="1462552" y="1164174"/>
                </a:lnTo>
                <a:lnTo>
                  <a:pt x="1462552" y="1164174"/>
                </a:lnTo>
                <a:lnTo>
                  <a:pt x="1460530" y="1169232"/>
                </a:lnTo>
                <a:lnTo>
                  <a:pt x="1458507" y="1174289"/>
                </a:lnTo>
                <a:lnTo>
                  <a:pt x="1458507" y="1179346"/>
                </a:lnTo>
                <a:lnTo>
                  <a:pt x="1459518" y="1185415"/>
                </a:lnTo>
                <a:lnTo>
                  <a:pt x="1460530" y="1190472"/>
                </a:lnTo>
                <a:lnTo>
                  <a:pt x="1462552" y="1195529"/>
                </a:lnTo>
                <a:lnTo>
                  <a:pt x="1465587" y="1199575"/>
                </a:lnTo>
                <a:lnTo>
                  <a:pt x="1468621" y="1203621"/>
                </a:lnTo>
                <a:lnTo>
                  <a:pt x="1555606" y="1290605"/>
                </a:lnTo>
                <a:lnTo>
                  <a:pt x="1555606" y="1290605"/>
                </a:lnTo>
                <a:lnTo>
                  <a:pt x="1560663" y="1296674"/>
                </a:lnTo>
                <a:lnTo>
                  <a:pt x="1564709" y="1304765"/>
                </a:lnTo>
                <a:lnTo>
                  <a:pt x="1566731" y="1311845"/>
                </a:lnTo>
                <a:lnTo>
                  <a:pt x="1567743" y="1319937"/>
                </a:lnTo>
                <a:lnTo>
                  <a:pt x="1567743" y="1319937"/>
                </a:lnTo>
                <a:lnTo>
                  <a:pt x="1566731" y="1329040"/>
                </a:lnTo>
                <a:lnTo>
                  <a:pt x="1564709" y="1336120"/>
                </a:lnTo>
                <a:lnTo>
                  <a:pt x="1560663" y="1344212"/>
                </a:lnTo>
                <a:lnTo>
                  <a:pt x="1555606" y="1350280"/>
                </a:lnTo>
                <a:lnTo>
                  <a:pt x="1351293" y="1554592"/>
                </a:lnTo>
                <a:lnTo>
                  <a:pt x="1351293" y="1554592"/>
                </a:lnTo>
                <a:lnTo>
                  <a:pt x="1344213" y="1559650"/>
                </a:lnTo>
                <a:lnTo>
                  <a:pt x="1337133" y="1563696"/>
                </a:lnTo>
                <a:lnTo>
                  <a:pt x="1329041" y="1566730"/>
                </a:lnTo>
                <a:lnTo>
                  <a:pt x="1320950" y="1566730"/>
                </a:lnTo>
                <a:lnTo>
                  <a:pt x="1320950" y="1566730"/>
                </a:lnTo>
                <a:lnTo>
                  <a:pt x="1312858" y="1566730"/>
                </a:lnTo>
                <a:lnTo>
                  <a:pt x="1304767" y="1563696"/>
                </a:lnTo>
                <a:lnTo>
                  <a:pt x="1297687" y="1559650"/>
                </a:lnTo>
                <a:lnTo>
                  <a:pt x="1291618" y="1554592"/>
                </a:lnTo>
                <a:lnTo>
                  <a:pt x="1204633" y="1468620"/>
                </a:lnTo>
                <a:lnTo>
                  <a:pt x="1204633" y="1468620"/>
                </a:lnTo>
                <a:lnTo>
                  <a:pt x="1200588" y="1464574"/>
                </a:lnTo>
                <a:lnTo>
                  <a:pt x="1195530" y="1461539"/>
                </a:lnTo>
                <a:lnTo>
                  <a:pt x="1190473" y="1459517"/>
                </a:lnTo>
                <a:lnTo>
                  <a:pt x="1185416" y="1458505"/>
                </a:lnTo>
                <a:lnTo>
                  <a:pt x="1180359" y="1457494"/>
                </a:lnTo>
                <a:lnTo>
                  <a:pt x="1175301" y="1458505"/>
                </a:lnTo>
                <a:lnTo>
                  <a:pt x="1170244" y="1459517"/>
                </a:lnTo>
                <a:lnTo>
                  <a:pt x="1165187" y="1461539"/>
                </a:lnTo>
                <a:lnTo>
                  <a:pt x="1165187" y="1461539"/>
                </a:lnTo>
                <a:lnTo>
                  <a:pt x="1139901" y="1473677"/>
                </a:lnTo>
                <a:lnTo>
                  <a:pt x="1114615" y="1484803"/>
                </a:lnTo>
                <a:lnTo>
                  <a:pt x="1088317" y="1494917"/>
                </a:lnTo>
                <a:lnTo>
                  <a:pt x="1062019" y="1504020"/>
                </a:lnTo>
                <a:lnTo>
                  <a:pt x="1062019" y="1504020"/>
                </a:lnTo>
                <a:lnTo>
                  <a:pt x="1056962" y="1506043"/>
                </a:lnTo>
                <a:lnTo>
                  <a:pt x="1052916" y="1509077"/>
                </a:lnTo>
                <a:lnTo>
                  <a:pt x="1047859" y="1512112"/>
                </a:lnTo>
                <a:lnTo>
                  <a:pt x="1044825" y="1516158"/>
                </a:lnTo>
                <a:lnTo>
                  <a:pt x="1041790" y="1521215"/>
                </a:lnTo>
                <a:lnTo>
                  <a:pt x="1039768" y="1525261"/>
                </a:lnTo>
                <a:lnTo>
                  <a:pt x="1038756" y="1530318"/>
                </a:lnTo>
                <a:lnTo>
                  <a:pt x="1038756" y="1536386"/>
                </a:lnTo>
                <a:lnTo>
                  <a:pt x="1038756" y="1659783"/>
                </a:lnTo>
                <a:lnTo>
                  <a:pt x="1038756" y="1659783"/>
                </a:lnTo>
                <a:lnTo>
                  <a:pt x="1037745" y="1667874"/>
                </a:lnTo>
                <a:lnTo>
                  <a:pt x="1034710" y="1675966"/>
                </a:lnTo>
                <a:lnTo>
                  <a:pt x="1030665" y="1683046"/>
                </a:lnTo>
                <a:lnTo>
                  <a:pt x="1025607" y="1689115"/>
                </a:lnTo>
                <a:lnTo>
                  <a:pt x="1019539" y="1694172"/>
                </a:lnTo>
                <a:lnTo>
                  <a:pt x="1012458" y="1698218"/>
                </a:lnTo>
                <a:lnTo>
                  <a:pt x="1004367" y="1701252"/>
                </a:lnTo>
                <a:lnTo>
                  <a:pt x="996275" y="1702264"/>
                </a:lnTo>
                <a:lnTo>
                  <a:pt x="996275" y="1702264"/>
                </a:lnTo>
                <a:close/>
                <a:moveTo>
                  <a:pt x="522918" y="1449402"/>
                </a:moveTo>
                <a:lnTo>
                  <a:pt x="522918" y="1449402"/>
                </a:lnTo>
                <a:lnTo>
                  <a:pt x="532021" y="1450414"/>
                </a:lnTo>
                <a:lnTo>
                  <a:pt x="542136" y="1454459"/>
                </a:lnTo>
                <a:lnTo>
                  <a:pt x="542136" y="1454459"/>
                </a:lnTo>
                <a:lnTo>
                  <a:pt x="566410" y="1466597"/>
                </a:lnTo>
                <a:lnTo>
                  <a:pt x="591697" y="1477723"/>
                </a:lnTo>
                <a:lnTo>
                  <a:pt x="616983" y="1487837"/>
                </a:lnTo>
                <a:lnTo>
                  <a:pt x="643280" y="1495929"/>
                </a:lnTo>
                <a:lnTo>
                  <a:pt x="643280" y="1495929"/>
                </a:lnTo>
                <a:lnTo>
                  <a:pt x="649349" y="1498963"/>
                </a:lnTo>
                <a:lnTo>
                  <a:pt x="655418" y="1501997"/>
                </a:lnTo>
                <a:lnTo>
                  <a:pt x="660475" y="1507055"/>
                </a:lnTo>
                <a:lnTo>
                  <a:pt x="664521" y="1512112"/>
                </a:lnTo>
                <a:lnTo>
                  <a:pt x="667555" y="1517169"/>
                </a:lnTo>
                <a:lnTo>
                  <a:pt x="670589" y="1523238"/>
                </a:lnTo>
                <a:lnTo>
                  <a:pt x="671601" y="1529306"/>
                </a:lnTo>
                <a:lnTo>
                  <a:pt x="672612" y="1536386"/>
                </a:lnTo>
                <a:lnTo>
                  <a:pt x="672612" y="1659783"/>
                </a:lnTo>
                <a:lnTo>
                  <a:pt x="672612" y="1659783"/>
                </a:lnTo>
                <a:lnTo>
                  <a:pt x="673624" y="1666863"/>
                </a:lnTo>
                <a:lnTo>
                  <a:pt x="675647" y="1672932"/>
                </a:lnTo>
                <a:lnTo>
                  <a:pt x="678681" y="1679000"/>
                </a:lnTo>
                <a:lnTo>
                  <a:pt x="682727" y="1684058"/>
                </a:lnTo>
                <a:lnTo>
                  <a:pt x="687784" y="1688103"/>
                </a:lnTo>
                <a:lnTo>
                  <a:pt x="693853" y="1691138"/>
                </a:lnTo>
                <a:lnTo>
                  <a:pt x="699921" y="1693161"/>
                </a:lnTo>
                <a:lnTo>
                  <a:pt x="707001" y="1694172"/>
                </a:lnTo>
                <a:lnTo>
                  <a:pt x="996275" y="1694172"/>
                </a:lnTo>
                <a:lnTo>
                  <a:pt x="996275" y="1694172"/>
                </a:lnTo>
                <a:lnTo>
                  <a:pt x="1003355" y="1693161"/>
                </a:lnTo>
                <a:lnTo>
                  <a:pt x="1009424" y="1691138"/>
                </a:lnTo>
                <a:lnTo>
                  <a:pt x="1015493" y="1688103"/>
                </a:lnTo>
                <a:lnTo>
                  <a:pt x="1020550" y="1684058"/>
                </a:lnTo>
                <a:lnTo>
                  <a:pt x="1024596" y="1679000"/>
                </a:lnTo>
                <a:lnTo>
                  <a:pt x="1027630" y="1672932"/>
                </a:lnTo>
                <a:lnTo>
                  <a:pt x="1029653" y="1666863"/>
                </a:lnTo>
                <a:lnTo>
                  <a:pt x="1030665" y="1659783"/>
                </a:lnTo>
                <a:lnTo>
                  <a:pt x="1030665" y="1536386"/>
                </a:lnTo>
                <a:lnTo>
                  <a:pt x="1030665" y="1536386"/>
                </a:lnTo>
                <a:lnTo>
                  <a:pt x="1030665" y="1529306"/>
                </a:lnTo>
                <a:lnTo>
                  <a:pt x="1032687" y="1523238"/>
                </a:lnTo>
                <a:lnTo>
                  <a:pt x="1034710" y="1517169"/>
                </a:lnTo>
                <a:lnTo>
                  <a:pt x="1038756" y="1512112"/>
                </a:lnTo>
                <a:lnTo>
                  <a:pt x="1042802" y="1507055"/>
                </a:lnTo>
                <a:lnTo>
                  <a:pt x="1047859" y="1501997"/>
                </a:lnTo>
                <a:lnTo>
                  <a:pt x="1052916" y="1498963"/>
                </a:lnTo>
                <a:lnTo>
                  <a:pt x="1059997" y="1495929"/>
                </a:lnTo>
                <a:lnTo>
                  <a:pt x="1059997" y="1495929"/>
                </a:lnTo>
                <a:lnTo>
                  <a:pt x="1085283" y="1487837"/>
                </a:lnTo>
                <a:lnTo>
                  <a:pt x="1111580" y="1477723"/>
                </a:lnTo>
                <a:lnTo>
                  <a:pt x="1136866" y="1466597"/>
                </a:lnTo>
                <a:lnTo>
                  <a:pt x="1161141" y="1454459"/>
                </a:lnTo>
                <a:lnTo>
                  <a:pt x="1161141" y="1454459"/>
                </a:lnTo>
                <a:lnTo>
                  <a:pt x="1167210" y="1451425"/>
                </a:lnTo>
                <a:lnTo>
                  <a:pt x="1174290" y="1450414"/>
                </a:lnTo>
                <a:lnTo>
                  <a:pt x="1180359" y="1449402"/>
                </a:lnTo>
                <a:lnTo>
                  <a:pt x="1186427" y="1450414"/>
                </a:lnTo>
                <a:lnTo>
                  <a:pt x="1193508" y="1451425"/>
                </a:lnTo>
                <a:lnTo>
                  <a:pt x="1199576" y="1454459"/>
                </a:lnTo>
                <a:lnTo>
                  <a:pt x="1205645" y="1458505"/>
                </a:lnTo>
                <a:lnTo>
                  <a:pt x="1210702" y="1462551"/>
                </a:lnTo>
                <a:lnTo>
                  <a:pt x="1296675" y="1549535"/>
                </a:lnTo>
                <a:lnTo>
                  <a:pt x="1296675" y="1549535"/>
                </a:lnTo>
                <a:lnTo>
                  <a:pt x="1301732" y="1553581"/>
                </a:lnTo>
                <a:lnTo>
                  <a:pt x="1307801" y="1556615"/>
                </a:lnTo>
                <a:lnTo>
                  <a:pt x="1314881" y="1558638"/>
                </a:lnTo>
                <a:lnTo>
                  <a:pt x="1320950" y="1558638"/>
                </a:lnTo>
                <a:lnTo>
                  <a:pt x="1320950" y="1558638"/>
                </a:lnTo>
                <a:lnTo>
                  <a:pt x="1328030" y="1558638"/>
                </a:lnTo>
                <a:lnTo>
                  <a:pt x="1334099" y="1556615"/>
                </a:lnTo>
                <a:lnTo>
                  <a:pt x="1340167" y="1553581"/>
                </a:lnTo>
                <a:lnTo>
                  <a:pt x="1345225" y="1549535"/>
                </a:lnTo>
                <a:lnTo>
                  <a:pt x="1549537" y="1344212"/>
                </a:lnTo>
                <a:lnTo>
                  <a:pt x="1549537" y="1344212"/>
                </a:lnTo>
                <a:lnTo>
                  <a:pt x="1554594" y="1339155"/>
                </a:lnTo>
                <a:lnTo>
                  <a:pt x="1557628" y="1333086"/>
                </a:lnTo>
                <a:lnTo>
                  <a:pt x="1559651" y="1327017"/>
                </a:lnTo>
                <a:lnTo>
                  <a:pt x="1559651" y="1319937"/>
                </a:lnTo>
                <a:lnTo>
                  <a:pt x="1559651" y="1319937"/>
                </a:lnTo>
                <a:lnTo>
                  <a:pt x="1559651" y="1313868"/>
                </a:lnTo>
                <a:lnTo>
                  <a:pt x="1557628" y="1307800"/>
                </a:lnTo>
                <a:lnTo>
                  <a:pt x="1554594" y="1301731"/>
                </a:lnTo>
                <a:lnTo>
                  <a:pt x="1549537" y="1296674"/>
                </a:lnTo>
                <a:lnTo>
                  <a:pt x="1463564" y="1209689"/>
                </a:lnTo>
                <a:lnTo>
                  <a:pt x="1463564" y="1209689"/>
                </a:lnTo>
                <a:lnTo>
                  <a:pt x="1458507" y="1204632"/>
                </a:lnTo>
                <a:lnTo>
                  <a:pt x="1455472" y="1198564"/>
                </a:lnTo>
                <a:lnTo>
                  <a:pt x="1452438" y="1192495"/>
                </a:lnTo>
                <a:lnTo>
                  <a:pt x="1451427" y="1186426"/>
                </a:lnTo>
                <a:lnTo>
                  <a:pt x="1450415" y="1179346"/>
                </a:lnTo>
                <a:lnTo>
                  <a:pt x="1451427" y="1173277"/>
                </a:lnTo>
                <a:lnTo>
                  <a:pt x="1452438" y="1166197"/>
                </a:lnTo>
                <a:lnTo>
                  <a:pt x="1455472" y="1160129"/>
                </a:lnTo>
                <a:lnTo>
                  <a:pt x="1455472" y="1160129"/>
                </a:lnTo>
                <a:lnTo>
                  <a:pt x="1466598" y="1135854"/>
                </a:lnTo>
                <a:lnTo>
                  <a:pt x="1477724" y="1110568"/>
                </a:lnTo>
                <a:lnTo>
                  <a:pt x="1487839" y="1085282"/>
                </a:lnTo>
                <a:lnTo>
                  <a:pt x="1496942" y="1058984"/>
                </a:lnTo>
                <a:lnTo>
                  <a:pt x="1496942" y="1058984"/>
                </a:lnTo>
                <a:lnTo>
                  <a:pt x="1499976" y="1052915"/>
                </a:lnTo>
                <a:lnTo>
                  <a:pt x="1503010" y="1046847"/>
                </a:lnTo>
                <a:lnTo>
                  <a:pt x="1507056" y="1041789"/>
                </a:lnTo>
                <a:lnTo>
                  <a:pt x="1512113" y="1037744"/>
                </a:lnTo>
                <a:lnTo>
                  <a:pt x="1518182" y="1033698"/>
                </a:lnTo>
                <a:lnTo>
                  <a:pt x="1524251" y="1031675"/>
                </a:lnTo>
                <a:lnTo>
                  <a:pt x="1530319" y="1029652"/>
                </a:lnTo>
                <a:lnTo>
                  <a:pt x="1536388" y="1029652"/>
                </a:lnTo>
                <a:lnTo>
                  <a:pt x="1660796" y="1029652"/>
                </a:lnTo>
                <a:lnTo>
                  <a:pt x="1660796" y="1029652"/>
                </a:lnTo>
                <a:lnTo>
                  <a:pt x="1666865" y="1028641"/>
                </a:lnTo>
                <a:lnTo>
                  <a:pt x="1673945" y="1026618"/>
                </a:lnTo>
                <a:lnTo>
                  <a:pt x="1679002" y="1023583"/>
                </a:lnTo>
                <a:lnTo>
                  <a:pt x="1684059" y="1019538"/>
                </a:lnTo>
                <a:lnTo>
                  <a:pt x="1688105" y="1014480"/>
                </a:lnTo>
                <a:lnTo>
                  <a:pt x="1692151" y="1008412"/>
                </a:lnTo>
                <a:lnTo>
                  <a:pt x="1694174" y="1002343"/>
                </a:lnTo>
                <a:lnTo>
                  <a:pt x="1694174" y="995263"/>
                </a:lnTo>
                <a:lnTo>
                  <a:pt x="1694174" y="705989"/>
                </a:lnTo>
                <a:lnTo>
                  <a:pt x="1694174" y="705989"/>
                </a:lnTo>
                <a:lnTo>
                  <a:pt x="1694174" y="698909"/>
                </a:lnTo>
                <a:lnTo>
                  <a:pt x="1692151" y="692841"/>
                </a:lnTo>
                <a:lnTo>
                  <a:pt x="1688105" y="686772"/>
                </a:lnTo>
                <a:lnTo>
                  <a:pt x="1684059" y="681715"/>
                </a:lnTo>
                <a:lnTo>
                  <a:pt x="1679002" y="677669"/>
                </a:lnTo>
                <a:lnTo>
                  <a:pt x="1673945" y="674635"/>
                </a:lnTo>
                <a:lnTo>
                  <a:pt x="1666865" y="672612"/>
                </a:lnTo>
                <a:lnTo>
                  <a:pt x="1660796" y="671600"/>
                </a:lnTo>
                <a:lnTo>
                  <a:pt x="1536388" y="671600"/>
                </a:lnTo>
                <a:lnTo>
                  <a:pt x="1536388" y="671600"/>
                </a:lnTo>
                <a:lnTo>
                  <a:pt x="1530319" y="671600"/>
                </a:lnTo>
                <a:lnTo>
                  <a:pt x="1524251" y="669577"/>
                </a:lnTo>
                <a:lnTo>
                  <a:pt x="1518182" y="667554"/>
                </a:lnTo>
                <a:lnTo>
                  <a:pt x="1512113" y="663509"/>
                </a:lnTo>
                <a:lnTo>
                  <a:pt x="1507056" y="659463"/>
                </a:lnTo>
                <a:lnTo>
                  <a:pt x="1503010" y="654406"/>
                </a:lnTo>
                <a:lnTo>
                  <a:pt x="1499976" y="648337"/>
                </a:lnTo>
                <a:lnTo>
                  <a:pt x="1496942" y="642268"/>
                </a:lnTo>
                <a:lnTo>
                  <a:pt x="1496942" y="642268"/>
                </a:lnTo>
                <a:lnTo>
                  <a:pt x="1487839" y="616982"/>
                </a:lnTo>
                <a:lnTo>
                  <a:pt x="1477724" y="590684"/>
                </a:lnTo>
                <a:lnTo>
                  <a:pt x="1466598" y="565398"/>
                </a:lnTo>
                <a:lnTo>
                  <a:pt x="1455472" y="541124"/>
                </a:lnTo>
                <a:lnTo>
                  <a:pt x="1455472" y="541124"/>
                </a:lnTo>
                <a:lnTo>
                  <a:pt x="1452438" y="535055"/>
                </a:lnTo>
                <a:lnTo>
                  <a:pt x="1451427" y="527975"/>
                </a:lnTo>
                <a:lnTo>
                  <a:pt x="1450415" y="521906"/>
                </a:lnTo>
                <a:lnTo>
                  <a:pt x="1451427" y="514826"/>
                </a:lnTo>
                <a:lnTo>
                  <a:pt x="1452438" y="508757"/>
                </a:lnTo>
                <a:lnTo>
                  <a:pt x="1455472" y="502689"/>
                </a:lnTo>
                <a:lnTo>
                  <a:pt x="1458507" y="496620"/>
                </a:lnTo>
                <a:lnTo>
                  <a:pt x="1463564" y="491563"/>
                </a:lnTo>
                <a:lnTo>
                  <a:pt x="1549537" y="405590"/>
                </a:lnTo>
                <a:lnTo>
                  <a:pt x="1549537" y="405590"/>
                </a:lnTo>
                <a:lnTo>
                  <a:pt x="1554594" y="399521"/>
                </a:lnTo>
                <a:lnTo>
                  <a:pt x="1557628" y="394464"/>
                </a:lnTo>
                <a:lnTo>
                  <a:pt x="1559651" y="387384"/>
                </a:lnTo>
                <a:lnTo>
                  <a:pt x="1559651" y="381315"/>
                </a:lnTo>
                <a:lnTo>
                  <a:pt x="1559651" y="381315"/>
                </a:lnTo>
                <a:lnTo>
                  <a:pt x="1559651" y="374235"/>
                </a:lnTo>
                <a:lnTo>
                  <a:pt x="1557628" y="368166"/>
                </a:lnTo>
                <a:lnTo>
                  <a:pt x="1554594" y="362098"/>
                </a:lnTo>
                <a:lnTo>
                  <a:pt x="1549537" y="357040"/>
                </a:lnTo>
                <a:lnTo>
                  <a:pt x="1345225" y="152728"/>
                </a:lnTo>
                <a:lnTo>
                  <a:pt x="1345225" y="152728"/>
                </a:lnTo>
                <a:lnTo>
                  <a:pt x="1340167" y="147671"/>
                </a:lnTo>
                <a:lnTo>
                  <a:pt x="1334099" y="144637"/>
                </a:lnTo>
                <a:lnTo>
                  <a:pt x="1328030" y="142614"/>
                </a:lnTo>
                <a:lnTo>
                  <a:pt x="1320950" y="142614"/>
                </a:lnTo>
                <a:lnTo>
                  <a:pt x="1320950" y="142614"/>
                </a:lnTo>
                <a:lnTo>
                  <a:pt x="1314881" y="142614"/>
                </a:lnTo>
                <a:lnTo>
                  <a:pt x="1307801" y="144637"/>
                </a:lnTo>
                <a:lnTo>
                  <a:pt x="1301732" y="147671"/>
                </a:lnTo>
                <a:lnTo>
                  <a:pt x="1296675" y="152728"/>
                </a:lnTo>
                <a:lnTo>
                  <a:pt x="1210702" y="238701"/>
                </a:lnTo>
                <a:lnTo>
                  <a:pt x="1210702" y="238701"/>
                </a:lnTo>
                <a:lnTo>
                  <a:pt x="1205645" y="243759"/>
                </a:lnTo>
                <a:lnTo>
                  <a:pt x="1199576" y="246793"/>
                </a:lnTo>
                <a:lnTo>
                  <a:pt x="1193508" y="249827"/>
                </a:lnTo>
                <a:lnTo>
                  <a:pt x="1186427" y="250839"/>
                </a:lnTo>
                <a:lnTo>
                  <a:pt x="1180359" y="251850"/>
                </a:lnTo>
                <a:lnTo>
                  <a:pt x="1173279" y="250839"/>
                </a:lnTo>
                <a:lnTo>
                  <a:pt x="1167210" y="249827"/>
                </a:lnTo>
                <a:lnTo>
                  <a:pt x="1161141" y="246793"/>
                </a:lnTo>
                <a:lnTo>
                  <a:pt x="1161141" y="246793"/>
                </a:lnTo>
                <a:lnTo>
                  <a:pt x="1136866" y="234656"/>
                </a:lnTo>
                <a:lnTo>
                  <a:pt x="1111580" y="223530"/>
                </a:lnTo>
                <a:lnTo>
                  <a:pt x="1085283" y="214427"/>
                </a:lnTo>
                <a:lnTo>
                  <a:pt x="1059997" y="205324"/>
                </a:lnTo>
                <a:lnTo>
                  <a:pt x="1059997" y="205324"/>
                </a:lnTo>
                <a:lnTo>
                  <a:pt x="1052916" y="202289"/>
                </a:lnTo>
                <a:lnTo>
                  <a:pt x="1047859" y="199255"/>
                </a:lnTo>
                <a:lnTo>
                  <a:pt x="1042802" y="195209"/>
                </a:lnTo>
                <a:lnTo>
                  <a:pt x="1038756" y="190152"/>
                </a:lnTo>
                <a:lnTo>
                  <a:pt x="1034710" y="184083"/>
                </a:lnTo>
                <a:lnTo>
                  <a:pt x="1032687" y="178015"/>
                </a:lnTo>
                <a:lnTo>
                  <a:pt x="1030665" y="171946"/>
                </a:lnTo>
                <a:lnTo>
                  <a:pt x="1030665" y="164866"/>
                </a:lnTo>
                <a:lnTo>
                  <a:pt x="1030665" y="41469"/>
                </a:lnTo>
                <a:lnTo>
                  <a:pt x="1030665" y="41469"/>
                </a:lnTo>
                <a:lnTo>
                  <a:pt x="1029653" y="35401"/>
                </a:lnTo>
                <a:lnTo>
                  <a:pt x="1027630" y="28321"/>
                </a:lnTo>
                <a:lnTo>
                  <a:pt x="1024596" y="23263"/>
                </a:lnTo>
                <a:lnTo>
                  <a:pt x="1020550" y="18206"/>
                </a:lnTo>
                <a:lnTo>
                  <a:pt x="1015493" y="13149"/>
                </a:lnTo>
                <a:lnTo>
                  <a:pt x="1009424" y="10115"/>
                </a:lnTo>
                <a:lnTo>
                  <a:pt x="1003355" y="8092"/>
                </a:lnTo>
                <a:lnTo>
                  <a:pt x="996275" y="8092"/>
                </a:lnTo>
                <a:lnTo>
                  <a:pt x="707001" y="8092"/>
                </a:lnTo>
                <a:lnTo>
                  <a:pt x="707001" y="8092"/>
                </a:lnTo>
                <a:lnTo>
                  <a:pt x="699921" y="8092"/>
                </a:lnTo>
                <a:lnTo>
                  <a:pt x="693853" y="10115"/>
                </a:lnTo>
                <a:lnTo>
                  <a:pt x="687784" y="13149"/>
                </a:lnTo>
                <a:lnTo>
                  <a:pt x="682727" y="18206"/>
                </a:lnTo>
                <a:lnTo>
                  <a:pt x="678681" y="23263"/>
                </a:lnTo>
                <a:lnTo>
                  <a:pt x="675647" y="28321"/>
                </a:lnTo>
                <a:lnTo>
                  <a:pt x="673624" y="35401"/>
                </a:lnTo>
                <a:lnTo>
                  <a:pt x="672612" y="41469"/>
                </a:lnTo>
                <a:lnTo>
                  <a:pt x="672612" y="164866"/>
                </a:lnTo>
                <a:lnTo>
                  <a:pt x="672612" y="164866"/>
                </a:lnTo>
                <a:lnTo>
                  <a:pt x="671601" y="171946"/>
                </a:lnTo>
                <a:lnTo>
                  <a:pt x="670589" y="178015"/>
                </a:lnTo>
                <a:lnTo>
                  <a:pt x="667555" y="184083"/>
                </a:lnTo>
                <a:lnTo>
                  <a:pt x="664521" y="190152"/>
                </a:lnTo>
                <a:lnTo>
                  <a:pt x="660475" y="195209"/>
                </a:lnTo>
                <a:lnTo>
                  <a:pt x="655418" y="199255"/>
                </a:lnTo>
                <a:lnTo>
                  <a:pt x="649349" y="202289"/>
                </a:lnTo>
                <a:lnTo>
                  <a:pt x="643280" y="205324"/>
                </a:lnTo>
                <a:lnTo>
                  <a:pt x="643280" y="205324"/>
                </a:lnTo>
                <a:lnTo>
                  <a:pt x="616983" y="214427"/>
                </a:lnTo>
                <a:lnTo>
                  <a:pt x="591697" y="223530"/>
                </a:lnTo>
                <a:lnTo>
                  <a:pt x="566410" y="234656"/>
                </a:lnTo>
                <a:lnTo>
                  <a:pt x="542136" y="246793"/>
                </a:lnTo>
                <a:lnTo>
                  <a:pt x="542136" y="246793"/>
                </a:lnTo>
                <a:lnTo>
                  <a:pt x="535055" y="249827"/>
                </a:lnTo>
                <a:lnTo>
                  <a:pt x="528987" y="250839"/>
                </a:lnTo>
                <a:lnTo>
                  <a:pt x="522918" y="251850"/>
                </a:lnTo>
                <a:lnTo>
                  <a:pt x="515838" y="250839"/>
                </a:lnTo>
                <a:lnTo>
                  <a:pt x="509769" y="249827"/>
                </a:lnTo>
                <a:lnTo>
                  <a:pt x="503701" y="246793"/>
                </a:lnTo>
                <a:lnTo>
                  <a:pt x="497632" y="243759"/>
                </a:lnTo>
                <a:lnTo>
                  <a:pt x="492575" y="238701"/>
                </a:lnTo>
                <a:lnTo>
                  <a:pt x="405590" y="152728"/>
                </a:lnTo>
                <a:lnTo>
                  <a:pt x="405590" y="152728"/>
                </a:lnTo>
                <a:lnTo>
                  <a:pt x="400533" y="147671"/>
                </a:lnTo>
                <a:lnTo>
                  <a:pt x="394464" y="144637"/>
                </a:lnTo>
                <a:lnTo>
                  <a:pt x="388396" y="142614"/>
                </a:lnTo>
                <a:lnTo>
                  <a:pt x="381316" y="142614"/>
                </a:lnTo>
                <a:lnTo>
                  <a:pt x="381316" y="142614"/>
                </a:lnTo>
                <a:lnTo>
                  <a:pt x="375247" y="142614"/>
                </a:lnTo>
                <a:lnTo>
                  <a:pt x="369178" y="144637"/>
                </a:lnTo>
                <a:lnTo>
                  <a:pt x="363109" y="147671"/>
                </a:lnTo>
                <a:lnTo>
                  <a:pt x="358052" y="152728"/>
                </a:lnTo>
                <a:lnTo>
                  <a:pt x="152728" y="357040"/>
                </a:lnTo>
                <a:lnTo>
                  <a:pt x="152728" y="357040"/>
                </a:lnTo>
                <a:lnTo>
                  <a:pt x="148683" y="362098"/>
                </a:lnTo>
                <a:lnTo>
                  <a:pt x="145648" y="368166"/>
                </a:lnTo>
                <a:lnTo>
                  <a:pt x="143625" y="374235"/>
                </a:lnTo>
                <a:lnTo>
                  <a:pt x="142614" y="381315"/>
                </a:lnTo>
                <a:lnTo>
                  <a:pt x="143625" y="387384"/>
                </a:lnTo>
                <a:lnTo>
                  <a:pt x="145648" y="393453"/>
                </a:lnTo>
                <a:lnTo>
                  <a:pt x="148683" y="399521"/>
                </a:lnTo>
                <a:lnTo>
                  <a:pt x="152728" y="405590"/>
                </a:lnTo>
                <a:lnTo>
                  <a:pt x="239713" y="491563"/>
                </a:lnTo>
                <a:lnTo>
                  <a:pt x="239713" y="491563"/>
                </a:lnTo>
                <a:lnTo>
                  <a:pt x="243759" y="496620"/>
                </a:lnTo>
                <a:lnTo>
                  <a:pt x="247804" y="502689"/>
                </a:lnTo>
                <a:lnTo>
                  <a:pt x="249827" y="508757"/>
                </a:lnTo>
                <a:lnTo>
                  <a:pt x="251850" y="514826"/>
                </a:lnTo>
                <a:lnTo>
                  <a:pt x="252862" y="521906"/>
                </a:lnTo>
                <a:lnTo>
                  <a:pt x="251850" y="527975"/>
                </a:lnTo>
                <a:lnTo>
                  <a:pt x="250839" y="535055"/>
                </a:lnTo>
                <a:lnTo>
                  <a:pt x="247804" y="541124"/>
                </a:lnTo>
                <a:lnTo>
                  <a:pt x="247804" y="541124"/>
                </a:lnTo>
                <a:lnTo>
                  <a:pt x="235667" y="565398"/>
                </a:lnTo>
                <a:lnTo>
                  <a:pt x="224541" y="590684"/>
                </a:lnTo>
                <a:lnTo>
                  <a:pt x="214427" y="616982"/>
                </a:lnTo>
                <a:lnTo>
                  <a:pt x="205324" y="642268"/>
                </a:lnTo>
                <a:lnTo>
                  <a:pt x="205324" y="642268"/>
                </a:lnTo>
                <a:lnTo>
                  <a:pt x="203301" y="648337"/>
                </a:lnTo>
                <a:lnTo>
                  <a:pt x="199255" y="654406"/>
                </a:lnTo>
                <a:lnTo>
                  <a:pt x="195209" y="659463"/>
                </a:lnTo>
                <a:lnTo>
                  <a:pt x="190152" y="663509"/>
                </a:lnTo>
                <a:lnTo>
                  <a:pt x="185095" y="667554"/>
                </a:lnTo>
                <a:lnTo>
                  <a:pt x="179026" y="669577"/>
                </a:lnTo>
                <a:lnTo>
                  <a:pt x="172957" y="671600"/>
                </a:lnTo>
                <a:lnTo>
                  <a:pt x="165877" y="671600"/>
                </a:lnTo>
                <a:lnTo>
                  <a:pt x="42481" y="671600"/>
                </a:lnTo>
                <a:lnTo>
                  <a:pt x="42481" y="671600"/>
                </a:lnTo>
                <a:lnTo>
                  <a:pt x="35401" y="672612"/>
                </a:lnTo>
                <a:lnTo>
                  <a:pt x="29332" y="674635"/>
                </a:lnTo>
                <a:lnTo>
                  <a:pt x="23263" y="677669"/>
                </a:lnTo>
                <a:lnTo>
                  <a:pt x="18206" y="681715"/>
                </a:lnTo>
                <a:lnTo>
                  <a:pt x="14160" y="686772"/>
                </a:lnTo>
                <a:lnTo>
                  <a:pt x="11126" y="692841"/>
                </a:lnTo>
                <a:lnTo>
                  <a:pt x="9103" y="698909"/>
                </a:lnTo>
                <a:lnTo>
                  <a:pt x="8092" y="705989"/>
                </a:lnTo>
                <a:lnTo>
                  <a:pt x="8092" y="995263"/>
                </a:lnTo>
                <a:lnTo>
                  <a:pt x="8092" y="995263"/>
                </a:lnTo>
                <a:lnTo>
                  <a:pt x="9103" y="1002343"/>
                </a:lnTo>
                <a:lnTo>
                  <a:pt x="11126" y="1008412"/>
                </a:lnTo>
                <a:lnTo>
                  <a:pt x="14160" y="1014480"/>
                </a:lnTo>
                <a:lnTo>
                  <a:pt x="18206" y="1019538"/>
                </a:lnTo>
                <a:lnTo>
                  <a:pt x="23263" y="1023583"/>
                </a:lnTo>
                <a:lnTo>
                  <a:pt x="29332" y="1026618"/>
                </a:lnTo>
                <a:lnTo>
                  <a:pt x="35401" y="1028641"/>
                </a:lnTo>
                <a:lnTo>
                  <a:pt x="42481" y="1029652"/>
                </a:lnTo>
                <a:lnTo>
                  <a:pt x="165877" y="1029652"/>
                </a:lnTo>
                <a:lnTo>
                  <a:pt x="165877" y="1029652"/>
                </a:lnTo>
                <a:lnTo>
                  <a:pt x="172957" y="1029652"/>
                </a:lnTo>
                <a:lnTo>
                  <a:pt x="179026" y="1031675"/>
                </a:lnTo>
                <a:lnTo>
                  <a:pt x="185095" y="1033698"/>
                </a:lnTo>
                <a:lnTo>
                  <a:pt x="190152" y="1037744"/>
                </a:lnTo>
                <a:lnTo>
                  <a:pt x="195209" y="1041789"/>
                </a:lnTo>
                <a:lnTo>
                  <a:pt x="199255" y="1046847"/>
                </a:lnTo>
                <a:lnTo>
                  <a:pt x="203301" y="1052915"/>
                </a:lnTo>
                <a:lnTo>
                  <a:pt x="205324" y="1058984"/>
                </a:lnTo>
                <a:lnTo>
                  <a:pt x="205324" y="1058984"/>
                </a:lnTo>
                <a:lnTo>
                  <a:pt x="214427" y="1085282"/>
                </a:lnTo>
                <a:lnTo>
                  <a:pt x="224541" y="1110568"/>
                </a:lnTo>
                <a:lnTo>
                  <a:pt x="235667" y="1135854"/>
                </a:lnTo>
                <a:lnTo>
                  <a:pt x="247804" y="1160129"/>
                </a:lnTo>
                <a:lnTo>
                  <a:pt x="247804" y="1160129"/>
                </a:lnTo>
                <a:lnTo>
                  <a:pt x="250839" y="1166197"/>
                </a:lnTo>
                <a:lnTo>
                  <a:pt x="251850" y="1173277"/>
                </a:lnTo>
                <a:lnTo>
                  <a:pt x="252862" y="1179346"/>
                </a:lnTo>
                <a:lnTo>
                  <a:pt x="251850" y="1186426"/>
                </a:lnTo>
                <a:lnTo>
                  <a:pt x="249827" y="1192495"/>
                </a:lnTo>
                <a:lnTo>
                  <a:pt x="247804" y="1198564"/>
                </a:lnTo>
                <a:lnTo>
                  <a:pt x="243759" y="1204632"/>
                </a:lnTo>
                <a:lnTo>
                  <a:pt x="239713" y="1209689"/>
                </a:lnTo>
                <a:lnTo>
                  <a:pt x="152728" y="1296674"/>
                </a:lnTo>
                <a:lnTo>
                  <a:pt x="152728" y="1296674"/>
                </a:lnTo>
                <a:lnTo>
                  <a:pt x="148683" y="1301731"/>
                </a:lnTo>
                <a:lnTo>
                  <a:pt x="145648" y="1307800"/>
                </a:lnTo>
                <a:lnTo>
                  <a:pt x="143625" y="1313868"/>
                </a:lnTo>
                <a:lnTo>
                  <a:pt x="142614" y="1319937"/>
                </a:lnTo>
                <a:lnTo>
                  <a:pt x="143625" y="1327017"/>
                </a:lnTo>
                <a:lnTo>
                  <a:pt x="145648" y="1333086"/>
                </a:lnTo>
                <a:lnTo>
                  <a:pt x="148683" y="1339155"/>
                </a:lnTo>
                <a:lnTo>
                  <a:pt x="152728" y="1344212"/>
                </a:lnTo>
                <a:lnTo>
                  <a:pt x="358052" y="1549535"/>
                </a:lnTo>
                <a:lnTo>
                  <a:pt x="358052" y="1549535"/>
                </a:lnTo>
                <a:lnTo>
                  <a:pt x="363109" y="1553581"/>
                </a:lnTo>
                <a:lnTo>
                  <a:pt x="369178" y="1556615"/>
                </a:lnTo>
                <a:lnTo>
                  <a:pt x="375247" y="1558638"/>
                </a:lnTo>
                <a:lnTo>
                  <a:pt x="381316" y="1558638"/>
                </a:lnTo>
                <a:lnTo>
                  <a:pt x="381316" y="1558638"/>
                </a:lnTo>
                <a:lnTo>
                  <a:pt x="388396" y="1558638"/>
                </a:lnTo>
                <a:lnTo>
                  <a:pt x="394464" y="1556615"/>
                </a:lnTo>
                <a:lnTo>
                  <a:pt x="400533" y="1553581"/>
                </a:lnTo>
                <a:lnTo>
                  <a:pt x="405590" y="1549535"/>
                </a:lnTo>
                <a:lnTo>
                  <a:pt x="492575" y="1462551"/>
                </a:lnTo>
                <a:lnTo>
                  <a:pt x="492575" y="1462551"/>
                </a:lnTo>
                <a:lnTo>
                  <a:pt x="499655" y="1457494"/>
                </a:lnTo>
                <a:lnTo>
                  <a:pt x="506735" y="1453448"/>
                </a:lnTo>
                <a:lnTo>
                  <a:pt x="514827" y="1450414"/>
                </a:lnTo>
                <a:lnTo>
                  <a:pt x="522918" y="1449402"/>
                </a:lnTo>
                <a:lnTo>
                  <a:pt x="522918" y="1449402"/>
                </a:lnTo>
                <a:close/>
                <a:moveTo>
                  <a:pt x="851638" y="1275433"/>
                </a:moveTo>
                <a:lnTo>
                  <a:pt x="851638" y="1275433"/>
                </a:lnTo>
                <a:lnTo>
                  <a:pt x="829387" y="1274422"/>
                </a:lnTo>
                <a:lnTo>
                  <a:pt x="808146" y="1273411"/>
                </a:lnTo>
                <a:lnTo>
                  <a:pt x="786906" y="1270376"/>
                </a:lnTo>
                <a:lnTo>
                  <a:pt x="765665" y="1266330"/>
                </a:lnTo>
                <a:lnTo>
                  <a:pt x="745436" y="1262285"/>
                </a:lnTo>
                <a:lnTo>
                  <a:pt x="725208" y="1256216"/>
                </a:lnTo>
                <a:lnTo>
                  <a:pt x="705990" y="1249136"/>
                </a:lnTo>
                <a:lnTo>
                  <a:pt x="686773" y="1242056"/>
                </a:lnTo>
                <a:lnTo>
                  <a:pt x="667555" y="1232953"/>
                </a:lnTo>
                <a:lnTo>
                  <a:pt x="649349" y="1223850"/>
                </a:lnTo>
                <a:lnTo>
                  <a:pt x="631143" y="1213735"/>
                </a:lnTo>
                <a:lnTo>
                  <a:pt x="613948" y="1202609"/>
                </a:lnTo>
                <a:lnTo>
                  <a:pt x="597765" y="1190472"/>
                </a:lnTo>
                <a:lnTo>
                  <a:pt x="581582" y="1178335"/>
                </a:lnTo>
                <a:lnTo>
                  <a:pt x="566410" y="1165186"/>
                </a:lnTo>
                <a:lnTo>
                  <a:pt x="551239" y="1151026"/>
                </a:lnTo>
                <a:lnTo>
                  <a:pt x="537078" y="1135854"/>
                </a:lnTo>
                <a:lnTo>
                  <a:pt x="523930" y="1120682"/>
                </a:lnTo>
                <a:lnTo>
                  <a:pt x="511792" y="1104499"/>
                </a:lnTo>
                <a:lnTo>
                  <a:pt x="499655" y="1088316"/>
                </a:lnTo>
                <a:lnTo>
                  <a:pt x="488529" y="1071121"/>
                </a:lnTo>
                <a:lnTo>
                  <a:pt x="478414" y="1052915"/>
                </a:lnTo>
                <a:lnTo>
                  <a:pt x="469311" y="1034709"/>
                </a:lnTo>
                <a:lnTo>
                  <a:pt x="460208" y="1015492"/>
                </a:lnTo>
                <a:lnTo>
                  <a:pt x="453128" y="996274"/>
                </a:lnTo>
                <a:lnTo>
                  <a:pt x="446048" y="977057"/>
                </a:lnTo>
                <a:lnTo>
                  <a:pt x="439979" y="956828"/>
                </a:lnTo>
                <a:lnTo>
                  <a:pt x="435934" y="936599"/>
                </a:lnTo>
                <a:lnTo>
                  <a:pt x="431888" y="915359"/>
                </a:lnTo>
                <a:lnTo>
                  <a:pt x="428854" y="894118"/>
                </a:lnTo>
                <a:lnTo>
                  <a:pt x="427842" y="872878"/>
                </a:lnTo>
                <a:lnTo>
                  <a:pt x="426831" y="850626"/>
                </a:lnTo>
                <a:lnTo>
                  <a:pt x="426831" y="850626"/>
                </a:lnTo>
                <a:lnTo>
                  <a:pt x="427842" y="829386"/>
                </a:lnTo>
                <a:lnTo>
                  <a:pt x="428854" y="807134"/>
                </a:lnTo>
                <a:lnTo>
                  <a:pt x="431888" y="785894"/>
                </a:lnTo>
                <a:lnTo>
                  <a:pt x="435934" y="765665"/>
                </a:lnTo>
                <a:lnTo>
                  <a:pt x="439979" y="744424"/>
                </a:lnTo>
                <a:lnTo>
                  <a:pt x="446048" y="724195"/>
                </a:lnTo>
                <a:lnTo>
                  <a:pt x="453128" y="704978"/>
                </a:lnTo>
                <a:lnTo>
                  <a:pt x="460208" y="685760"/>
                </a:lnTo>
                <a:lnTo>
                  <a:pt x="469311" y="666543"/>
                </a:lnTo>
                <a:lnTo>
                  <a:pt x="478414" y="648337"/>
                </a:lnTo>
                <a:lnTo>
                  <a:pt x="488529" y="631142"/>
                </a:lnTo>
                <a:lnTo>
                  <a:pt x="499655" y="613948"/>
                </a:lnTo>
                <a:lnTo>
                  <a:pt x="511792" y="596753"/>
                </a:lnTo>
                <a:lnTo>
                  <a:pt x="523930" y="580570"/>
                </a:lnTo>
                <a:lnTo>
                  <a:pt x="537078" y="565398"/>
                </a:lnTo>
                <a:lnTo>
                  <a:pt x="551239" y="550227"/>
                </a:lnTo>
                <a:lnTo>
                  <a:pt x="566410" y="537078"/>
                </a:lnTo>
                <a:lnTo>
                  <a:pt x="581582" y="522918"/>
                </a:lnTo>
                <a:lnTo>
                  <a:pt x="597765" y="510780"/>
                </a:lnTo>
                <a:lnTo>
                  <a:pt x="613948" y="498643"/>
                </a:lnTo>
                <a:lnTo>
                  <a:pt x="631143" y="487517"/>
                </a:lnTo>
                <a:lnTo>
                  <a:pt x="649349" y="477403"/>
                </a:lnTo>
                <a:lnTo>
                  <a:pt x="667555" y="468300"/>
                </a:lnTo>
                <a:lnTo>
                  <a:pt x="686773" y="459197"/>
                </a:lnTo>
                <a:lnTo>
                  <a:pt x="705990" y="452116"/>
                </a:lnTo>
                <a:lnTo>
                  <a:pt x="725208" y="445036"/>
                </a:lnTo>
                <a:lnTo>
                  <a:pt x="745436" y="439979"/>
                </a:lnTo>
                <a:lnTo>
                  <a:pt x="765665" y="434922"/>
                </a:lnTo>
                <a:lnTo>
                  <a:pt x="786906" y="430876"/>
                </a:lnTo>
                <a:lnTo>
                  <a:pt x="808146" y="428853"/>
                </a:lnTo>
                <a:lnTo>
                  <a:pt x="829387" y="426830"/>
                </a:lnTo>
                <a:lnTo>
                  <a:pt x="851638" y="425819"/>
                </a:lnTo>
                <a:lnTo>
                  <a:pt x="851638" y="425819"/>
                </a:lnTo>
                <a:lnTo>
                  <a:pt x="872879" y="426830"/>
                </a:lnTo>
                <a:lnTo>
                  <a:pt x="895131" y="428853"/>
                </a:lnTo>
                <a:lnTo>
                  <a:pt x="916371" y="430876"/>
                </a:lnTo>
                <a:lnTo>
                  <a:pt x="936600" y="434922"/>
                </a:lnTo>
                <a:lnTo>
                  <a:pt x="957840" y="439979"/>
                </a:lnTo>
                <a:lnTo>
                  <a:pt x="977058" y="445036"/>
                </a:lnTo>
                <a:lnTo>
                  <a:pt x="997287" y="452116"/>
                </a:lnTo>
                <a:lnTo>
                  <a:pt x="1016504" y="459197"/>
                </a:lnTo>
                <a:lnTo>
                  <a:pt x="1035722" y="468300"/>
                </a:lnTo>
                <a:lnTo>
                  <a:pt x="1053928" y="477403"/>
                </a:lnTo>
                <a:lnTo>
                  <a:pt x="1071122" y="487517"/>
                </a:lnTo>
                <a:lnTo>
                  <a:pt x="1088317" y="498643"/>
                </a:lnTo>
                <a:lnTo>
                  <a:pt x="1105512" y="510780"/>
                </a:lnTo>
                <a:lnTo>
                  <a:pt x="1121695" y="522918"/>
                </a:lnTo>
                <a:lnTo>
                  <a:pt x="1136866" y="537078"/>
                </a:lnTo>
                <a:lnTo>
                  <a:pt x="1151027" y="550227"/>
                </a:lnTo>
                <a:lnTo>
                  <a:pt x="1165187" y="565398"/>
                </a:lnTo>
                <a:lnTo>
                  <a:pt x="1179347" y="580570"/>
                </a:lnTo>
                <a:lnTo>
                  <a:pt x="1191485" y="596753"/>
                </a:lnTo>
                <a:lnTo>
                  <a:pt x="1203622" y="613948"/>
                </a:lnTo>
                <a:lnTo>
                  <a:pt x="1214748" y="631142"/>
                </a:lnTo>
                <a:lnTo>
                  <a:pt x="1224862" y="648337"/>
                </a:lnTo>
                <a:lnTo>
                  <a:pt x="1233965" y="666543"/>
                </a:lnTo>
                <a:lnTo>
                  <a:pt x="1242057" y="685760"/>
                </a:lnTo>
                <a:lnTo>
                  <a:pt x="1250149" y="704978"/>
                </a:lnTo>
                <a:lnTo>
                  <a:pt x="1257229" y="724195"/>
                </a:lnTo>
                <a:lnTo>
                  <a:pt x="1262286" y="744424"/>
                </a:lnTo>
                <a:lnTo>
                  <a:pt x="1267343" y="765665"/>
                </a:lnTo>
                <a:lnTo>
                  <a:pt x="1271389" y="785894"/>
                </a:lnTo>
                <a:lnTo>
                  <a:pt x="1273412" y="807134"/>
                </a:lnTo>
                <a:lnTo>
                  <a:pt x="1275435" y="829386"/>
                </a:lnTo>
                <a:lnTo>
                  <a:pt x="1275435" y="850626"/>
                </a:lnTo>
                <a:lnTo>
                  <a:pt x="1275435" y="850626"/>
                </a:lnTo>
                <a:lnTo>
                  <a:pt x="1275435" y="872878"/>
                </a:lnTo>
                <a:lnTo>
                  <a:pt x="1273412" y="894118"/>
                </a:lnTo>
                <a:lnTo>
                  <a:pt x="1271389" y="915359"/>
                </a:lnTo>
                <a:lnTo>
                  <a:pt x="1267343" y="936599"/>
                </a:lnTo>
                <a:lnTo>
                  <a:pt x="1262286" y="956828"/>
                </a:lnTo>
                <a:lnTo>
                  <a:pt x="1257229" y="977057"/>
                </a:lnTo>
                <a:lnTo>
                  <a:pt x="1250149" y="996274"/>
                </a:lnTo>
                <a:lnTo>
                  <a:pt x="1242057" y="1015492"/>
                </a:lnTo>
                <a:lnTo>
                  <a:pt x="1233965" y="1034709"/>
                </a:lnTo>
                <a:lnTo>
                  <a:pt x="1224862" y="1052915"/>
                </a:lnTo>
                <a:lnTo>
                  <a:pt x="1214748" y="1071121"/>
                </a:lnTo>
                <a:lnTo>
                  <a:pt x="1203622" y="1088316"/>
                </a:lnTo>
                <a:lnTo>
                  <a:pt x="1191485" y="1104499"/>
                </a:lnTo>
                <a:lnTo>
                  <a:pt x="1179347" y="1120682"/>
                </a:lnTo>
                <a:lnTo>
                  <a:pt x="1165187" y="1135854"/>
                </a:lnTo>
                <a:lnTo>
                  <a:pt x="1151027" y="1151026"/>
                </a:lnTo>
                <a:lnTo>
                  <a:pt x="1136866" y="1165186"/>
                </a:lnTo>
                <a:lnTo>
                  <a:pt x="1121695" y="1178335"/>
                </a:lnTo>
                <a:lnTo>
                  <a:pt x="1105512" y="1190472"/>
                </a:lnTo>
                <a:lnTo>
                  <a:pt x="1088317" y="1202609"/>
                </a:lnTo>
                <a:lnTo>
                  <a:pt x="1071122" y="1213735"/>
                </a:lnTo>
                <a:lnTo>
                  <a:pt x="1053928" y="1223850"/>
                </a:lnTo>
                <a:lnTo>
                  <a:pt x="1035722" y="1232953"/>
                </a:lnTo>
                <a:lnTo>
                  <a:pt x="1016504" y="1242056"/>
                </a:lnTo>
                <a:lnTo>
                  <a:pt x="997287" y="1249136"/>
                </a:lnTo>
                <a:lnTo>
                  <a:pt x="977058" y="1256216"/>
                </a:lnTo>
                <a:lnTo>
                  <a:pt x="957840" y="1262285"/>
                </a:lnTo>
                <a:lnTo>
                  <a:pt x="936600" y="1266330"/>
                </a:lnTo>
                <a:lnTo>
                  <a:pt x="916371" y="1270376"/>
                </a:lnTo>
                <a:lnTo>
                  <a:pt x="895131" y="1273411"/>
                </a:lnTo>
                <a:lnTo>
                  <a:pt x="872879" y="1274422"/>
                </a:lnTo>
                <a:lnTo>
                  <a:pt x="851638" y="1275433"/>
                </a:lnTo>
                <a:lnTo>
                  <a:pt x="851638" y="1275433"/>
                </a:lnTo>
                <a:close/>
                <a:moveTo>
                  <a:pt x="851638" y="433910"/>
                </a:moveTo>
                <a:lnTo>
                  <a:pt x="851638" y="433910"/>
                </a:lnTo>
                <a:lnTo>
                  <a:pt x="830398" y="434922"/>
                </a:lnTo>
                <a:lnTo>
                  <a:pt x="809158" y="436945"/>
                </a:lnTo>
                <a:lnTo>
                  <a:pt x="787917" y="438968"/>
                </a:lnTo>
                <a:lnTo>
                  <a:pt x="767688" y="443013"/>
                </a:lnTo>
                <a:lnTo>
                  <a:pt x="747459" y="447059"/>
                </a:lnTo>
                <a:lnTo>
                  <a:pt x="727230" y="453128"/>
                </a:lnTo>
                <a:lnTo>
                  <a:pt x="708013" y="459197"/>
                </a:lnTo>
                <a:lnTo>
                  <a:pt x="689807" y="467288"/>
                </a:lnTo>
                <a:lnTo>
                  <a:pt x="670589" y="475380"/>
                </a:lnTo>
                <a:lnTo>
                  <a:pt x="653395" y="484483"/>
                </a:lnTo>
                <a:lnTo>
                  <a:pt x="635189" y="494597"/>
                </a:lnTo>
                <a:lnTo>
                  <a:pt x="619006" y="505723"/>
                </a:lnTo>
                <a:lnTo>
                  <a:pt x="602822" y="516849"/>
                </a:lnTo>
                <a:lnTo>
                  <a:pt x="586639" y="529998"/>
                </a:lnTo>
                <a:lnTo>
                  <a:pt x="571468" y="542135"/>
                </a:lnTo>
                <a:lnTo>
                  <a:pt x="557307" y="556295"/>
                </a:lnTo>
                <a:lnTo>
                  <a:pt x="543147" y="570456"/>
                </a:lnTo>
                <a:lnTo>
                  <a:pt x="529998" y="585627"/>
                </a:lnTo>
                <a:lnTo>
                  <a:pt x="517861" y="601810"/>
                </a:lnTo>
                <a:lnTo>
                  <a:pt x="505724" y="617994"/>
                </a:lnTo>
                <a:lnTo>
                  <a:pt x="495609" y="635188"/>
                </a:lnTo>
                <a:lnTo>
                  <a:pt x="485495" y="652383"/>
                </a:lnTo>
                <a:lnTo>
                  <a:pt x="476392" y="670589"/>
                </a:lnTo>
                <a:lnTo>
                  <a:pt x="467289" y="688795"/>
                </a:lnTo>
                <a:lnTo>
                  <a:pt x="460208" y="708012"/>
                </a:lnTo>
                <a:lnTo>
                  <a:pt x="454140" y="727230"/>
                </a:lnTo>
                <a:lnTo>
                  <a:pt x="448071" y="746447"/>
                </a:lnTo>
                <a:lnTo>
                  <a:pt x="443014" y="766676"/>
                </a:lnTo>
                <a:lnTo>
                  <a:pt x="439979" y="786905"/>
                </a:lnTo>
                <a:lnTo>
                  <a:pt x="436945" y="808145"/>
                </a:lnTo>
                <a:lnTo>
                  <a:pt x="435934" y="829386"/>
                </a:lnTo>
                <a:lnTo>
                  <a:pt x="434922" y="850626"/>
                </a:lnTo>
                <a:lnTo>
                  <a:pt x="434922" y="850626"/>
                </a:lnTo>
                <a:lnTo>
                  <a:pt x="435934" y="871866"/>
                </a:lnTo>
                <a:lnTo>
                  <a:pt x="436945" y="893107"/>
                </a:lnTo>
                <a:lnTo>
                  <a:pt x="439979" y="914347"/>
                </a:lnTo>
                <a:lnTo>
                  <a:pt x="443014" y="934576"/>
                </a:lnTo>
                <a:lnTo>
                  <a:pt x="448071" y="954805"/>
                </a:lnTo>
                <a:lnTo>
                  <a:pt x="454140" y="974023"/>
                </a:lnTo>
                <a:lnTo>
                  <a:pt x="460208" y="994251"/>
                </a:lnTo>
                <a:lnTo>
                  <a:pt x="467289" y="1012457"/>
                </a:lnTo>
                <a:lnTo>
                  <a:pt x="476392" y="1030663"/>
                </a:lnTo>
                <a:lnTo>
                  <a:pt x="485495" y="1048870"/>
                </a:lnTo>
                <a:lnTo>
                  <a:pt x="495609" y="1066064"/>
                </a:lnTo>
                <a:lnTo>
                  <a:pt x="505724" y="1083259"/>
                </a:lnTo>
                <a:lnTo>
                  <a:pt x="517861" y="1099442"/>
                </a:lnTo>
                <a:lnTo>
                  <a:pt x="529998" y="1115625"/>
                </a:lnTo>
                <a:lnTo>
                  <a:pt x="543147" y="1130797"/>
                </a:lnTo>
                <a:lnTo>
                  <a:pt x="557307" y="1144957"/>
                </a:lnTo>
                <a:lnTo>
                  <a:pt x="571468" y="1159117"/>
                </a:lnTo>
                <a:lnTo>
                  <a:pt x="586639" y="1172266"/>
                </a:lnTo>
                <a:lnTo>
                  <a:pt x="602822" y="1184403"/>
                </a:lnTo>
                <a:lnTo>
                  <a:pt x="619006" y="1195529"/>
                </a:lnTo>
                <a:lnTo>
                  <a:pt x="635189" y="1206655"/>
                </a:lnTo>
                <a:lnTo>
                  <a:pt x="653395" y="1216770"/>
                </a:lnTo>
                <a:lnTo>
                  <a:pt x="670589" y="1225873"/>
                </a:lnTo>
                <a:lnTo>
                  <a:pt x="689807" y="1233964"/>
                </a:lnTo>
                <a:lnTo>
                  <a:pt x="708013" y="1242056"/>
                </a:lnTo>
                <a:lnTo>
                  <a:pt x="727230" y="1248124"/>
                </a:lnTo>
                <a:lnTo>
                  <a:pt x="747459" y="1254193"/>
                </a:lnTo>
                <a:lnTo>
                  <a:pt x="767688" y="1258239"/>
                </a:lnTo>
                <a:lnTo>
                  <a:pt x="787917" y="1262285"/>
                </a:lnTo>
                <a:lnTo>
                  <a:pt x="809158" y="1265319"/>
                </a:lnTo>
                <a:lnTo>
                  <a:pt x="830398" y="1266330"/>
                </a:lnTo>
                <a:lnTo>
                  <a:pt x="851638" y="1267342"/>
                </a:lnTo>
                <a:lnTo>
                  <a:pt x="851638" y="1267342"/>
                </a:lnTo>
                <a:lnTo>
                  <a:pt x="872879" y="1266330"/>
                </a:lnTo>
                <a:lnTo>
                  <a:pt x="894119" y="1265319"/>
                </a:lnTo>
                <a:lnTo>
                  <a:pt x="914348" y="1262285"/>
                </a:lnTo>
                <a:lnTo>
                  <a:pt x="935589" y="1258239"/>
                </a:lnTo>
                <a:lnTo>
                  <a:pt x="955817" y="1254193"/>
                </a:lnTo>
                <a:lnTo>
                  <a:pt x="975035" y="1248124"/>
                </a:lnTo>
                <a:lnTo>
                  <a:pt x="994252" y="1242056"/>
                </a:lnTo>
                <a:lnTo>
                  <a:pt x="1013470" y="1233964"/>
                </a:lnTo>
                <a:lnTo>
                  <a:pt x="1031676" y="1225873"/>
                </a:lnTo>
                <a:lnTo>
                  <a:pt x="1049882" y="1216770"/>
                </a:lnTo>
                <a:lnTo>
                  <a:pt x="1067077" y="1206655"/>
                </a:lnTo>
                <a:lnTo>
                  <a:pt x="1084271" y="1195529"/>
                </a:lnTo>
                <a:lnTo>
                  <a:pt x="1100454" y="1184403"/>
                </a:lnTo>
                <a:lnTo>
                  <a:pt x="1116638" y="1172266"/>
                </a:lnTo>
                <a:lnTo>
                  <a:pt x="1130798" y="1159117"/>
                </a:lnTo>
                <a:lnTo>
                  <a:pt x="1145970" y="1144957"/>
                </a:lnTo>
                <a:lnTo>
                  <a:pt x="1159118" y="1130797"/>
                </a:lnTo>
                <a:lnTo>
                  <a:pt x="1172267" y="1115625"/>
                </a:lnTo>
                <a:lnTo>
                  <a:pt x="1185416" y="1099442"/>
                </a:lnTo>
                <a:lnTo>
                  <a:pt x="1196542" y="1083259"/>
                </a:lnTo>
                <a:lnTo>
                  <a:pt x="1207668" y="1066064"/>
                </a:lnTo>
                <a:lnTo>
                  <a:pt x="1217782" y="1048870"/>
                </a:lnTo>
                <a:lnTo>
                  <a:pt x="1226885" y="1030663"/>
                </a:lnTo>
                <a:lnTo>
                  <a:pt x="1234977" y="1012457"/>
                </a:lnTo>
                <a:lnTo>
                  <a:pt x="1242057" y="994251"/>
                </a:lnTo>
                <a:lnTo>
                  <a:pt x="1249137" y="974023"/>
                </a:lnTo>
                <a:lnTo>
                  <a:pt x="1255206" y="954805"/>
                </a:lnTo>
                <a:lnTo>
                  <a:pt x="1259252" y="934576"/>
                </a:lnTo>
                <a:lnTo>
                  <a:pt x="1263297" y="914347"/>
                </a:lnTo>
                <a:lnTo>
                  <a:pt x="1265320" y="893107"/>
                </a:lnTo>
                <a:lnTo>
                  <a:pt x="1267343" y="871866"/>
                </a:lnTo>
                <a:lnTo>
                  <a:pt x="1267343" y="850626"/>
                </a:lnTo>
                <a:lnTo>
                  <a:pt x="1267343" y="850626"/>
                </a:lnTo>
                <a:lnTo>
                  <a:pt x="1267343" y="829386"/>
                </a:lnTo>
                <a:lnTo>
                  <a:pt x="1265320" y="808145"/>
                </a:lnTo>
                <a:lnTo>
                  <a:pt x="1263297" y="786905"/>
                </a:lnTo>
                <a:lnTo>
                  <a:pt x="1259252" y="766676"/>
                </a:lnTo>
                <a:lnTo>
                  <a:pt x="1255206" y="746447"/>
                </a:lnTo>
                <a:lnTo>
                  <a:pt x="1249137" y="727230"/>
                </a:lnTo>
                <a:lnTo>
                  <a:pt x="1242057" y="708012"/>
                </a:lnTo>
                <a:lnTo>
                  <a:pt x="1234977" y="688795"/>
                </a:lnTo>
                <a:lnTo>
                  <a:pt x="1226885" y="670589"/>
                </a:lnTo>
                <a:lnTo>
                  <a:pt x="1217782" y="652383"/>
                </a:lnTo>
                <a:lnTo>
                  <a:pt x="1207668" y="635188"/>
                </a:lnTo>
                <a:lnTo>
                  <a:pt x="1196542" y="617994"/>
                </a:lnTo>
                <a:lnTo>
                  <a:pt x="1185416" y="601810"/>
                </a:lnTo>
                <a:lnTo>
                  <a:pt x="1172267" y="585627"/>
                </a:lnTo>
                <a:lnTo>
                  <a:pt x="1159118" y="570456"/>
                </a:lnTo>
                <a:lnTo>
                  <a:pt x="1145970" y="556295"/>
                </a:lnTo>
                <a:lnTo>
                  <a:pt x="1130798" y="542135"/>
                </a:lnTo>
                <a:lnTo>
                  <a:pt x="1116638" y="529998"/>
                </a:lnTo>
                <a:lnTo>
                  <a:pt x="1100454" y="516849"/>
                </a:lnTo>
                <a:lnTo>
                  <a:pt x="1084271" y="505723"/>
                </a:lnTo>
                <a:lnTo>
                  <a:pt x="1067077" y="494597"/>
                </a:lnTo>
                <a:lnTo>
                  <a:pt x="1049882" y="484483"/>
                </a:lnTo>
                <a:lnTo>
                  <a:pt x="1031676" y="475380"/>
                </a:lnTo>
                <a:lnTo>
                  <a:pt x="1013470" y="467288"/>
                </a:lnTo>
                <a:lnTo>
                  <a:pt x="994252" y="459197"/>
                </a:lnTo>
                <a:lnTo>
                  <a:pt x="975035" y="453128"/>
                </a:lnTo>
                <a:lnTo>
                  <a:pt x="955817" y="447059"/>
                </a:lnTo>
                <a:lnTo>
                  <a:pt x="935589" y="443013"/>
                </a:lnTo>
                <a:lnTo>
                  <a:pt x="914348" y="438968"/>
                </a:lnTo>
                <a:lnTo>
                  <a:pt x="894119" y="436945"/>
                </a:lnTo>
                <a:lnTo>
                  <a:pt x="872879" y="434922"/>
                </a:lnTo>
                <a:lnTo>
                  <a:pt x="851638" y="433910"/>
                </a:lnTo>
                <a:lnTo>
                  <a:pt x="851638" y="433910"/>
                </a:lnTo>
                <a:close/>
              </a:path>
            </a:pathLst>
          </a:custGeom>
          <a:solidFill>
            <a:srgbClr val="D8D8D8"/>
          </a:solidFill>
          <a:ln cap="flat" cmpd="sng" w="9525">
            <a:solidFill>
              <a:srgbClr val="174D9D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2290358" y="1028989"/>
            <a:ext cx="13707284" cy="2720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183515" rtl="0" algn="l">
              <a:lnSpc>
                <a:spcPct val="100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8800">
                <a:solidFill>
                  <a:srgbClr val="174D9D"/>
                </a:solidFill>
                <a:latin typeface="Poppins"/>
                <a:ea typeface="Poppins"/>
                <a:cs typeface="Poppins"/>
                <a:sym typeface="Poppins"/>
              </a:rPr>
              <a:t>Краткое описание системы</a:t>
            </a:r>
            <a:endParaRPr b="1" sz="8800">
              <a:solidFill>
                <a:srgbClr val="174D9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2005750" y="3749606"/>
            <a:ext cx="14544675" cy="471924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5000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  <a:t>Сайт "Леонардо"— интернет-магазин товаров для хобби и творчества. Его функционал позволяет пользователям просматривать каталог товаров, использовать поиск и фильтры, добавлять товары в корзину, оформлять заказы, регистрироваться и авторизовываться.</a:t>
            </a: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449600" y="9807787"/>
            <a:ext cx="1272500" cy="1272750"/>
          </a:xfrm>
          <a:custGeom>
            <a:rect b="b" l="l" r="r" t="t"/>
            <a:pathLst>
              <a:path extrusionOk="0" h="1694172" w="1694174">
                <a:moveTo>
                  <a:pt x="1655739" y="663508"/>
                </a:moveTo>
                <a:lnTo>
                  <a:pt x="1532342" y="663508"/>
                </a:lnTo>
                <a:lnTo>
                  <a:pt x="1532342" y="663508"/>
                </a:lnTo>
                <a:lnTo>
                  <a:pt x="1526273" y="663508"/>
                </a:lnTo>
                <a:lnTo>
                  <a:pt x="1520205" y="661485"/>
                </a:lnTo>
                <a:lnTo>
                  <a:pt x="1515147" y="659463"/>
                </a:lnTo>
                <a:lnTo>
                  <a:pt x="1510090" y="656428"/>
                </a:lnTo>
                <a:lnTo>
                  <a:pt x="1506044" y="652382"/>
                </a:lnTo>
                <a:lnTo>
                  <a:pt x="1501999" y="648337"/>
                </a:lnTo>
                <a:lnTo>
                  <a:pt x="1498964" y="643279"/>
                </a:lnTo>
                <a:lnTo>
                  <a:pt x="1495930" y="637211"/>
                </a:lnTo>
                <a:lnTo>
                  <a:pt x="1495930" y="637211"/>
                </a:lnTo>
                <a:lnTo>
                  <a:pt x="1486827" y="610913"/>
                </a:lnTo>
                <a:lnTo>
                  <a:pt x="1476712" y="584616"/>
                </a:lnTo>
                <a:lnTo>
                  <a:pt x="1466598" y="560341"/>
                </a:lnTo>
                <a:lnTo>
                  <a:pt x="1454461" y="535055"/>
                </a:lnTo>
                <a:lnTo>
                  <a:pt x="1454461" y="535055"/>
                </a:lnTo>
                <a:lnTo>
                  <a:pt x="1451426" y="528986"/>
                </a:lnTo>
                <a:lnTo>
                  <a:pt x="1450415" y="523929"/>
                </a:lnTo>
                <a:lnTo>
                  <a:pt x="1450415" y="517860"/>
                </a:lnTo>
                <a:lnTo>
                  <a:pt x="1450415" y="511791"/>
                </a:lnTo>
                <a:lnTo>
                  <a:pt x="1452438" y="505723"/>
                </a:lnTo>
                <a:lnTo>
                  <a:pt x="1454461" y="500666"/>
                </a:lnTo>
                <a:lnTo>
                  <a:pt x="1457495" y="495608"/>
                </a:lnTo>
                <a:lnTo>
                  <a:pt x="1461541" y="490551"/>
                </a:lnTo>
                <a:lnTo>
                  <a:pt x="1548525" y="403567"/>
                </a:lnTo>
                <a:lnTo>
                  <a:pt x="1548525" y="403567"/>
                </a:lnTo>
                <a:lnTo>
                  <a:pt x="1552571" y="397498"/>
                </a:lnTo>
                <a:lnTo>
                  <a:pt x="1556617" y="391429"/>
                </a:lnTo>
                <a:lnTo>
                  <a:pt x="1558640" y="384349"/>
                </a:lnTo>
                <a:lnTo>
                  <a:pt x="1559651" y="377269"/>
                </a:lnTo>
                <a:lnTo>
                  <a:pt x="1558640" y="370189"/>
                </a:lnTo>
                <a:lnTo>
                  <a:pt x="1556617" y="363109"/>
                </a:lnTo>
                <a:lnTo>
                  <a:pt x="1552571" y="356029"/>
                </a:lnTo>
                <a:lnTo>
                  <a:pt x="1548525" y="349960"/>
                </a:lnTo>
                <a:lnTo>
                  <a:pt x="1343201" y="145648"/>
                </a:lnTo>
                <a:lnTo>
                  <a:pt x="1343201" y="145648"/>
                </a:lnTo>
                <a:lnTo>
                  <a:pt x="1337133" y="140591"/>
                </a:lnTo>
                <a:lnTo>
                  <a:pt x="1331064" y="136545"/>
                </a:lnTo>
                <a:lnTo>
                  <a:pt x="1323984" y="134522"/>
                </a:lnTo>
                <a:lnTo>
                  <a:pt x="1316904" y="134522"/>
                </a:lnTo>
                <a:lnTo>
                  <a:pt x="1308812" y="134522"/>
                </a:lnTo>
                <a:lnTo>
                  <a:pt x="1301732" y="136545"/>
                </a:lnTo>
                <a:lnTo>
                  <a:pt x="1295663" y="140591"/>
                </a:lnTo>
                <a:lnTo>
                  <a:pt x="1289595" y="145648"/>
                </a:lnTo>
                <a:lnTo>
                  <a:pt x="1202610" y="231621"/>
                </a:lnTo>
                <a:lnTo>
                  <a:pt x="1202610" y="231621"/>
                </a:lnTo>
                <a:lnTo>
                  <a:pt x="1198565" y="235667"/>
                </a:lnTo>
                <a:lnTo>
                  <a:pt x="1193507" y="239713"/>
                </a:lnTo>
                <a:lnTo>
                  <a:pt x="1187439" y="241735"/>
                </a:lnTo>
                <a:lnTo>
                  <a:pt x="1181370" y="242747"/>
                </a:lnTo>
                <a:lnTo>
                  <a:pt x="1176313" y="243758"/>
                </a:lnTo>
                <a:lnTo>
                  <a:pt x="1170244" y="242747"/>
                </a:lnTo>
                <a:lnTo>
                  <a:pt x="1164175" y="241735"/>
                </a:lnTo>
                <a:lnTo>
                  <a:pt x="1158107" y="239713"/>
                </a:lnTo>
                <a:lnTo>
                  <a:pt x="1158107" y="239713"/>
                </a:lnTo>
                <a:lnTo>
                  <a:pt x="1133832" y="227575"/>
                </a:lnTo>
                <a:lnTo>
                  <a:pt x="1108546" y="216449"/>
                </a:lnTo>
                <a:lnTo>
                  <a:pt x="1082248" y="206335"/>
                </a:lnTo>
                <a:lnTo>
                  <a:pt x="1055950" y="197232"/>
                </a:lnTo>
                <a:lnTo>
                  <a:pt x="1055950" y="197232"/>
                </a:lnTo>
                <a:lnTo>
                  <a:pt x="1050893" y="195209"/>
                </a:lnTo>
                <a:lnTo>
                  <a:pt x="1045836" y="192175"/>
                </a:lnTo>
                <a:lnTo>
                  <a:pt x="1040779" y="188129"/>
                </a:lnTo>
                <a:lnTo>
                  <a:pt x="1036733" y="183072"/>
                </a:lnTo>
                <a:lnTo>
                  <a:pt x="1033699" y="179026"/>
                </a:lnTo>
                <a:lnTo>
                  <a:pt x="1031676" y="172957"/>
                </a:lnTo>
                <a:lnTo>
                  <a:pt x="1029653" y="166888"/>
                </a:lnTo>
                <a:lnTo>
                  <a:pt x="1029653" y="160820"/>
                </a:lnTo>
                <a:lnTo>
                  <a:pt x="1029653" y="37423"/>
                </a:lnTo>
                <a:lnTo>
                  <a:pt x="1029653" y="37423"/>
                </a:lnTo>
                <a:lnTo>
                  <a:pt x="1028641" y="30343"/>
                </a:lnTo>
                <a:lnTo>
                  <a:pt x="1026619" y="23263"/>
                </a:lnTo>
                <a:lnTo>
                  <a:pt x="1023584" y="16183"/>
                </a:lnTo>
                <a:lnTo>
                  <a:pt x="1018527" y="11126"/>
                </a:lnTo>
                <a:lnTo>
                  <a:pt x="1012458" y="6069"/>
                </a:lnTo>
                <a:lnTo>
                  <a:pt x="1006390" y="3034"/>
                </a:lnTo>
                <a:lnTo>
                  <a:pt x="999309" y="0"/>
                </a:lnTo>
                <a:lnTo>
                  <a:pt x="991218" y="0"/>
                </a:lnTo>
                <a:lnTo>
                  <a:pt x="701944" y="0"/>
                </a:lnTo>
                <a:lnTo>
                  <a:pt x="701944" y="0"/>
                </a:lnTo>
                <a:lnTo>
                  <a:pt x="694864" y="0"/>
                </a:lnTo>
                <a:lnTo>
                  <a:pt x="686772" y="3034"/>
                </a:lnTo>
                <a:lnTo>
                  <a:pt x="680704" y="6069"/>
                </a:lnTo>
                <a:lnTo>
                  <a:pt x="675646" y="11126"/>
                </a:lnTo>
                <a:lnTo>
                  <a:pt x="670589" y="16183"/>
                </a:lnTo>
                <a:lnTo>
                  <a:pt x="666543" y="23263"/>
                </a:lnTo>
                <a:lnTo>
                  <a:pt x="664520" y="30343"/>
                </a:lnTo>
                <a:lnTo>
                  <a:pt x="663509" y="37423"/>
                </a:lnTo>
                <a:lnTo>
                  <a:pt x="663509" y="160820"/>
                </a:lnTo>
                <a:lnTo>
                  <a:pt x="663509" y="160820"/>
                </a:lnTo>
                <a:lnTo>
                  <a:pt x="663509" y="166888"/>
                </a:lnTo>
                <a:lnTo>
                  <a:pt x="662498" y="172957"/>
                </a:lnTo>
                <a:lnTo>
                  <a:pt x="659463" y="179026"/>
                </a:lnTo>
                <a:lnTo>
                  <a:pt x="656429" y="183072"/>
                </a:lnTo>
                <a:lnTo>
                  <a:pt x="652383" y="188129"/>
                </a:lnTo>
                <a:lnTo>
                  <a:pt x="648337" y="192175"/>
                </a:lnTo>
                <a:lnTo>
                  <a:pt x="643280" y="195209"/>
                </a:lnTo>
                <a:lnTo>
                  <a:pt x="637211" y="197232"/>
                </a:lnTo>
                <a:lnTo>
                  <a:pt x="637211" y="197232"/>
                </a:lnTo>
                <a:lnTo>
                  <a:pt x="610914" y="206335"/>
                </a:lnTo>
                <a:lnTo>
                  <a:pt x="585628" y="216449"/>
                </a:lnTo>
                <a:lnTo>
                  <a:pt x="560341" y="227575"/>
                </a:lnTo>
                <a:lnTo>
                  <a:pt x="535055" y="239713"/>
                </a:lnTo>
                <a:lnTo>
                  <a:pt x="535055" y="239713"/>
                </a:lnTo>
                <a:lnTo>
                  <a:pt x="529998" y="241735"/>
                </a:lnTo>
                <a:lnTo>
                  <a:pt x="523929" y="242747"/>
                </a:lnTo>
                <a:lnTo>
                  <a:pt x="517861" y="243758"/>
                </a:lnTo>
                <a:lnTo>
                  <a:pt x="511792" y="242747"/>
                </a:lnTo>
                <a:lnTo>
                  <a:pt x="505723" y="241735"/>
                </a:lnTo>
                <a:lnTo>
                  <a:pt x="500666" y="239713"/>
                </a:lnTo>
                <a:lnTo>
                  <a:pt x="495609" y="235667"/>
                </a:lnTo>
                <a:lnTo>
                  <a:pt x="490552" y="231621"/>
                </a:lnTo>
                <a:lnTo>
                  <a:pt x="403567" y="145648"/>
                </a:lnTo>
                <a:lnTo>
                  <a:pt x="403567" y="145648"/>
                </a:lnTo>
                <a:lnTo>
                  <a:pt x="398510" y="140591"/>
                </a:lnTo>
                <a:lnTo>
                  <a:pt x="391430" y="136545"/>
                </a:lnTo>
                <a:lnTo>
                  <a:pt x="384350" y="134522"/>
                </a:lnTo>
                <a:lnTo>
                  <a:pt x="377269" y="134522"/>
                </a:lnTo>
                <a:lnTo>
                  <a:pt x="370189" y="134522"/>
                </a:lnTo>
                <a:lnTo>
                  <a:pt x="363109" y="136545"/>
                </a:lnTo>
                <a:lnTo>
                  <a:pt x="356029" y="140591"/>
                </a:lnTo>
                <a:lnTo>
                  <a:pt x="349960" y="145648"/>
                </a:lnTo>
                <a:lnTo>
                  <a:pt x="145648" y="349960"/>
                </a:lnTo>
                <a:lnTo>
                  <a:pt x="145648" y="349960"/>
                </a:lnTo>
                <a:lnTo>
                  <a:pt x="140591" y="356029"/>
                </a:lnTo>
                <a:lnTo>
                  <a:pt x="137557" y="363109"/>
                </a:lnTo>
                <a:lnTo>
                  <a:pt x="135534" y="370189"/>
                </a:lnTo>
                <a:lnTo>
                  <a:pt x="134522" y="377269"/>
                </a:lnTo>
                <a:lnTo>
                  <a:pt x="135534" y="384349"/>
                </a:lnTo>
                <a:lnTo>
                  <a:pt x="137557" y="391429"/>
                </a:lnTo>
                <a:lnTo>
                  <a:pt x="140591" y="397498"/>
                </a:lnTo>
                <a:lnTo>
                  <a:pt x="145648" y="403567"/>
                </a:lnTo>
                <a:lnTo>
                  <a:pt x="232633" y="490551"/>
                </a:lnTo>
                <a:lnTo>
                  <a:pt x="232633" y="490551"/>
                </a:lnTo>
                <a:lnTo>
                  <a:pt x="235667" y="495608"/>
                </a:lnTo>
                <a:lnTo>
                  <a:pt x="239713" y="500666"/>
                </a:lnTo>
                <a:lnTo>
                  <a:pt x="241736" y="505723"/>
                </a:lnTo>
                <a:lnTo>
                  <a:pt x="242747" y="511791"/>
                </a:lnTo>
                <a:lnTo>
                  <a:pt x="243758" y="517860"/>
                </a:lnTo>
                <a:lnTo>
                  <a:pt x="243758" y="523929"/>
                </a:lnTo>
                <a:lnTo>
                  <a:pt x="241736" y="528986"/>
                </a:lnTo>
                <a:lnTo>
                  <a:pt x="239713" y="535055"/>
                </a:lnTo>
                <a:lnTo>
                  <a:pt x="239713" y="535055"/>
                </a:lnTo>
                <a:lnTo>
                  <a:pt x="227575" y="560341"/>
                </a:lnTo>
                <a:lnTo>
                  <a:pt x="216449" y="584616"/>
                </a:lnTo>
                <a:lnTo>
                  <a:pt x="206335" y="610913"/>
                </a:lnTo>
                <a:lnTo>
                  <a:pt x="197232" y="637211"/>
                </a:lnTo>
                <a:lnTo>
                  <a:pt x="197232" y="637211"/>
                </a:lnTo>
                <a:lnTo>
                  <a:pt x="195209" y="643279"/>
                </a:lnTo>
                <a:lnTo>
                  <a:pt x="192175" y="648337"/>
                </a:lnTo>
                <a:lnTo>
                  <a:pt x="188129" y="652382"/>
                </a:lnTo>
                <a:lnTo>
                  <a:pt x="184083" y="656428"/>
                </a:lnTo>
                <a:lnTo>
                  <a:pt x="179026" y="659463"/>
                </a:lnTo>
                <a:lnTo>
                  <a:pt x="172957" y="661485"/>
                </a:lnTo>
                <a:lnTo>
                  <a:pt x="167900" y="663508"/>
                </a:lnTo>
                <a:lnTo>
                  <a:pt x="161831" y="663508"/>
                </a:lnTo>
                <a:lnTo>
                  <a:pt x="37423" y="663508"/>
                </a:lnTo>
                <a:lnTo>
                  <a:pt x="37423" y="663508"/>
                </a:lnTo>
                <a:lnTo>
                  <a:pt x="30343" y="664520"/>
                </a:lnTo>
                <a:lnTo>
                  <a:pt x="23263" y="666543"/>
                </a:lnTo>
                <a:lnTo>
                  <a:pt x="16183" y="670589"/>
                </a:lnTo>
                <a:lnTo>
                  <a:pt x="11126" y="674634"/>
                </a:lnTo>
                <a:lnTo>
                  <a:pt x="6068" y="680703"/>
                </a:lnTo>
                <a:lnTo>
                  <a:pt x="3034" y="686772"/>
                </a:lnTo>
                <a:lnTo>
                  <a:pt x="1011" y="693852"/>
                </a:lnTo>
                <a:lnTo>
                  <a:pt x="0" y="701943"/>
                </a:lnTo>
                <a:lnTo>
                  <a:pt x="0" y="991217"/>
                </a:lnTo>
                <a:lnTo>
                  <a:pt x="0" y="991217"/>
                </a:lnTo>
                <a:lnTo>
                  <a:pt x="1011" y="999308"/>
                </a:lnTo>
                <a:lnTo>
                  <a:pt x="3034" y="1006389"/>
                </a:lnTo>
                <a:lnTo>
                  <a:pt x="6068" y="1012457"/>
                </a:lnTo>
                <a:lnTo>
                  <a:pt x="11126" y="1018526"/>
                </a:lnTo>
                <a:lnTo>
                  <a:pt x="16183" y="1022572"/>
                </a:lnTo>
                <a:lnTo>
                  <a:pt x="23263" y="1026617"/>
                </a:lnTo>
                <a:lnTo>
                  <a:pt x="30343" y="1028640"/>
                </a:lnTo>
                <a:lnTo>
                  <a:pt x="37423" y="1029652"/>
                </a:lnTo>
                <a:lnTo>
                  <a:pt x="161831" y="1029652"/>
                </a:lnTo>
                <a:lnTo>
                  <a:pt x="161831" y="1029652"/>
                </a:lnTo>
                <a:lnTo>
                  <a:pt x="167900" y="1029652"/>
                </a:lnTo>
                <a:lnTo>
                  <a:pt x="172957" y="1031675"/>
                </a:lnTo>
                <a:lnTo>
                  <a:pt x="179026" y="1033698"/>
                </a:lnTo>
                <a:lnTo>
                  <a:pt x="184083" y="1036732"/>
                </a:lnTo>
                <a:lnTo>
                  <a:pt x="188129" y="1040778"/>
                </a:lnTo>
                <a:lnTo>
                  <a:pt x="192175" y="1045835"/>
                </a:lnTo>
                <a:lnTo>
                  <a:pt x="195209" y="1050892"/>
                </a:lnTo>
                <a:lnTo>
                  <a:pt x="197232" y="1055949"/>
                </a:lnTo>
                <a:lnTo>
                  <a:pt x="197232" y="1055949"/>
                </a:lnTo>
                <a:lnTo>
                  <a:pt x="206335" y="1082247"/>
                </a:lnTo>
                <a:lnTo>
                  <a:pt x="216449" y="1108545"/>
                </a:lnTo>
                <a:lnTo>
                  <a:pt x="227575" y="1133831"/>
                </a:lnTo>
                <a:lnTo>
                  <a:pt x="239713" y="1158105"/>
                </a:lnTo>
                <a:lnTo>
                  <a:pt x="239713" y="1158105"/>
                </a:lnTo>
                <a:lnTo>
                  <a:pt x="241736" y="1164174"/>
                </a:lnTo>
                <a:lnTo>
                  <a:pt x="243758" y="1170243"/>
                </a:lnTo>
                <a:lnTo>
                  <a:pt x="243758" y="1175300"/>
                </a:lnTo>
                <a:lnTo>
                  <a:pt x="242747" y="1181369"/>
                </a:lnTo>
                <a:lnTo>
                  <a:pt x="241736" y="1187437"/>
                </a:lnTo>
                <a:lnTo>
                  <a:pt x="239713" y="1192495"/>
                </a:lnTo>
                <a:lnTo>
                  <a:pt x="235667" y="1198563"/>
                </a:lnTo>
                <a:lnTo>
                  <a:pt x="232633" y="1202609"/>
                </a:lnTo>
                <a:lnTo>
                  <a:pt x="145648" y="1289593"/>
                </a:lnTo>
                <a:lnTo>
                  <a:pt x="145648" y="1289593"/>
                </a:lnTo>
                <a:lnTo>
                  <a:pt x="140591" y="1295662"/>
                </a:lnTo>
                <a:lnTo>
                  <a:pt x="137557" y="1301731"/>
                </a:lnTo>
                <a:lnTo>
                  <a:pt x="135534" y="1308811"/>
                </a:lnTo>
                <a:lnTo>
                  <a:pt x="134522" y="1315891"/>
                </a:lnTo>
                <a:lnTo>
                  <a:pt x="135534" y="1323983"/>
                </a:lnTo>
                <a:lnTo>
                  <a:pt x="137557" y="1331063"/>
                </a:lnTo>
                <a:lnTo>
                  <a:pt x="140591" y="1337131"/>
                </a:lnTo>
                <a:lnTo>
                  <a:pt x="145648" y="1343200"/>
                </a:lnTo>
                <a:lnTo>
                  <a:pt x="349960" y="1547512"/>
                </a:lnTo>
                <a:lnTo>
                  <a:pt x="349960" y="1547512"/>
                </a:lnTo>
                <a:lnTo>
                  <a:pt x="356029" y="1552569"/>
                </a:lnTo>
                <a:lnTo>
                  <a:pt x="363109" y="1556615"/>
                </a:lnTo>
                <a:lnTo>
                  <a:pt x="370189" y="1558638"/>
                </a:lnTo>
                <a:lnTo>
                  <a:pt x="377269" y="1558638"/>
                </a:lnTo>
                <a:lnTo>
                  <a:pt x="384350" y="1558638"/>
                </a:lnTo>
                <a:lnTo>
                  <a:pt x="391430" y="1556615"/>
                </a:lnTo>
                <a:lnTo>
                  <a:pt x="398510" y="1552569"/>
                </a:lnTo>
                <a:lnTo>
                  <a:pt x="403567" y="1547512"/>
                </a:lnTo>
                <a:lnTo>
                  <a:pt x="490552" y="1461539"/>
                </a:lnTo>
                <a:lnTo>
                  <a:pt x="490552" y="1461539"/>
                </a:lnTo>
                <a:lnTo>
                  <a:pt x="495609" y="1457493"/>
                </a:lnTo>
                <a:lnTo>
                  <a:pt x="500666" y="1454459"/>
                </a:lnTo>
                <a:lnTo>
                  <a:pt x="505723" y="1451425"/>
                </a:lnTo>
                <a:lnTo>
                  <a:pt x="511792" y="1450413"/>
                </a:lnTo>
                <a:lnTo>
                  <a:pt x="517861" y="1449402"/>
                </a:lnTo>
                <a:lnTo>
                  <a:pt x="523929" y="1450413"/>
                </a:lnTo>
                <a:lnTo>
                  <a:pt x="529998" y="1451425"/>
                </a:lnTo>
                <a:lnTo>
                  <a:pt x="535055" y="1453448"/>
                </a:lnTo>
                <a:lnTo>
                  <a:pt x="535055" y="1453448"/>
                </a:lnTo>
                <a:lnTo>
                  <a:pt x="560341" y="1465585"/>
                </a:lnTo>
                <a:lnTo>
                  <a:pt x="585628" y="1476711"/>
                </a:lnTo>
                <a:lnTo>
                  <a:pt x="610914" y="1486825"/>
                </a:lnTo>
                <a:lnTo>
                  <a:pt x="637211" y="1495928"/>
                </a:lnTo>
                <a:lnTo>
                  <a:pt x="637211" y="1495928"/>
                </a:lnTo>
                <a:lnTo>
                  <a:pt x="643280" y="1498963"/>
                </a:lnTo>
                <a:lnTo>
                  <a:pt x="648337" y="1501997"/>
                </a:lnTo>
                <a:lnTo>
                  <a:pt x="652383" y="1505031"/>
                </a:lnTo>
                <a:lnTo>
                  <a:pt x="656429" y="1510089"/>
                </a:lnTo>
                <a:lnTo>
                  <a:pt x="659463" y="1515146"/>
                </a:lnTo>
                <a:lnTo>
                  <a:pt x="662498" y="1520203"/>
                </a:lnTo>
                <a:lnTo>
                  <a:pt x="663509" y="1526272"/>
                </a:lnTo>
                <a:lnTo>
                  <a:pt x="663509" y="1532340"/>
                </a:lnTo>
                <a:lnTo>
                  <a:pt x="663509" y="1655737"/>
                </a:lnTo>
                <a:lnTo>
                  <a:pt x="663509" y="1655737"/>
                </a:lnTo>
                <a:lnTo>
                  <a:pt x="664520" y="1662817"/>
                </a:lnTo>
                <a:lnTo>
                  <a:pt x="666543" y="1670909"/>
                </a:lnTo>
                <a:lnTo>
                  <a:pt x="670589" y="1676977"/>
                </a:lnTo>
                <a:lnTo>
                  <a:pt x="675646" y="1683046"/>
                </a:lnTo>
                <a:lnTo>
                  <a:pt x="680704" y="1687092"/>
                </a:lnTo>
                <a:lnTo>
                  <a:pt x="686772" y="1691137"/>
                </a:lnTo>
                <a:lnTo>
                  <a:pt x="694864" y="1693160"/>
                </a:lnTo>
                <a:lnTo>
                  <a:pt x="701944" y="1694172"/>
                </a:lnTo>
                <a:lnTo>
                  <a:pt x="991218" y="1694172"/>
                </a:lnTo>
                <a:lnTo>
                  <a:pt x="991218" y="1694172"/>
                </a:lnTo>
                <a:lnTo>
                  <a:pt x="999309" y="1693160"/>
                </a:lnTo>
                <a:lnTo>
                  <a:pt x="1006390" y="1691137"/>
                </a:lnTo>
                <a:lnTo>
                  <a:pt x="1012458" y="1687092"/>
                </a:lnTo>
                <a:lnTo>
                  <a:pt x="1018527" y="1683046"/>
                </a:lnTo>
                <a:lnTo>
                  <a:pt x="1023584" y="1676977"/>
                </a:lnTo>
                <a:lnTo>
                  <a:pt x="1026619" y="1670909"/>
                </a:lnTo>
                <a:lnTo>
                  <a:pt x="1028641" y="1662817"/>
                </a:lnTo>
                <a:lnTo>
                  <a:pt x="1029653" y="1655737"/>
                </a:lnTo>
                <a:lnTo>
                  <a:pt x="1029653" y="1532340"/>
                </a:lnTo>
                <a:lnTo>
                  <a:pt x="1029653" y="1532340"/>
                </a:lnTo>
                <a:lnTo>
                  <a:pt x="1029653" y="1526272"/>
                </a:lnTo>
                <a:lnTo>
                  <a:pt x="1031676" y="1520203"/>
                </a:lnTo>
                <a:lnTo>
                  <a:pt x="1033699" y="1515146"/>
                </a:lnTo>
                <a:lnTo>
                  <a:pt x="1036733" y="1510089"/>
                </a:lnTo>
                <a:lnTo>
                  <a:pt x="1040779" y="1505031"/>
                </a:lnTo>
                <a:lnTo>
                  <a:pt x="1045836" y="1501997"/>
                </a:lnTo>
                <a:lnTo>
                  <a:pt x="1050893" y="1498963"/>
                </a:lnTo>
                <a:lnTo>
                  <a:pt x="1055950" y="1495928"/>
                </a:lnTo>
                <a:lnTo>
                  <a:pt x="1055950" y="1495928"/>
                </a:lnTo>
                <a:lnTo>
                  <a:pt x="1082248" y="1486825"/>
                </a:lnTo>
                <a:lnTo>
                  <a:pt x="1108546" y="1476711"/>
                </a:lnTo>
                <a:lnTo>
                  <a:pt x="1133832" y="1465585"/>
                </a:lnTo>
                <a:lnTo>
                  <a:pt x="1158107" y="1453448"/>
                </a:lnTo>
                <a:lnTo>
                  <a:pt x="1158107" y="1453448"/>
                </a:lnTo>
                <a:lnTo>
                  <a:pt x="1164175" y="1451425"/>
                </a:lnTo>
                <a:lnTo>
                  <a:pt x="1170244" y="1450413"/>
                </a:lnTo>
                <a:lnTo>
                  <a:pt x="1176313" y="1449402"/>
                </a:lnTo>
                <a:lnTo>
                  <a:pt x="1181370" y="1450413"/>
                </a:lnTo>
                <a:lnTo>
                  <a:pt x="1187439" y="1451425"/>
                </a:lnTo>
                <a:lnTo>
                  <a:pt x="1193507" y="1454459"/>
                </a:lnTo>
                <a:lnTo>
                  <a:pt x="1198565" y="1457493"/>
                </a:lnTo>
                <a:lnTo>
                  <a:pt x="1202610" y="1461539"/>
                </a:lnTo>
                <a:lnTo>
                  <a:pt x="1289595" y="1547512"/>
                </a:lnTo>
                <a:lnTo>
                  <a:pt x="1289595" y="1547512"/>
                </a:lnTo>
                <a:lnTo>
                  <a:pt x="1295663" y="1552569"/>
                </a:lnTo>
                <a:lnTo>
                  <a:pt x="1301732" y="1556615"/>
                </a:lnTo>
                <a:lnTo>
                  <a:pt x="1308812" y="1558638"/>
                </a:lnTo>
                <a:lnTo>
                  <a:pt x="1316904" y="1558638"/>
                </a:lnTo>
                <a:lnTo>
                  <a:pt x="1323984" y="1558638"/>
                </a:lnTo>
                <a:lnTo>
                  <a:pt x="1331064" y="1556615"/>
                </a:lnTo>
                <a:lnTo>
                  <a:pt x="1337133" y="1552569"/>
                </a:lnTo>
                <a:lnTo>
                  <a:pt x="1343201" y="1547512"/>
                </a:lnTo>
                <a:lnTo>
                  <a:pt x="1548525" y="1343200"/>
                </a:lnTo>
                <a:lnTo>
                  <a:pt x="1548525" y="1343200"/>
                </a:lnTo>
                <a:lnTo>
                  <a:pt x="1552571" y="1337131"/>
                </a:lnTo>
                <a:lnTo>
                  <a:pt x="1556617" y="1331063"/>
                </a:lnTo>
                <a:lnTo>
                  <a:pt x="1558640" y="1323983"/>
                </a:lnTo>
                <a:lnTo>
                  <a:pt x="1559651" y="1315891"/>
                </a:lnTo>
                <a:lnTo>
                  <a:pt x="1558640" y="1308811"/>
                </a:lnTo>
                <a:lnTo>
                  <a:pt x="1556617" y="1301731"/>
                </a:lnTo>
                <a:lnTo>
                  <a:pt x="1552571" y="1295662"/>
                </a:lnTo>
                <a:lnTo>
                  <a:pt x="1548525" y="1289593"/>
                </a:lnTo>
                <a:lnTo>
                  <a:pt x="1461541" y="1202609"/>
                </a:lnTo>
                <a:lnTo>
                  <a:pt x="1461541" y="1202609"/>
                </a:lnTo>
                <a:lnTo>
                  <a:pt x="1457495" y="1198563"/>
                </a:lnTo>
                <a:lnTo>
                  <a:pt x="1454461" y="1192495"/>
                </a:lnTo>
                <a:lnTo>
                  <a:pt x="1452438" y="1187437"/>
                </a:lnTo>
                <a:lnTo>
                  <a:pt x="1450415" y="1181369"/>
                </a:lnTo>
                <a:lnTo>
                  <a:pt x="1450415" y="1175300"/>
                </a:lnTo>
                <a:lnTo>
                  <a:pt x="1450415" y="1170243"/>
                </a:lnTo>
                <a:lnTo>
                  <a:pt x="1451426" y="1164174"/>
                </a:lnTo>
                <a:lnTo>
                  <a:pt x="1454461" y="1158105"/>
                </a:lnTo>
                <a:lnTo>
                  <a:pt x="1454461" y="1158105"/>
                </a:lnTo>
                <a:lnTo>
                  <a:pt x="1466598" y="1133831"/>
                </a:lnTo>
                <a:lnTo>
                  <a:pt x="1476712" y="1108545"/>
                </a:lnTo>
                <a:lnTo>
                  <a:pt x="1486827" y="1082247"/>
                </a:lnTo>
                <a:lnTo>
                  <a:pt x="1495930" y="1055949"/>
                </a:lnTo>
                <a:lnTo>
                  <a:pt x="1495930" y="1055949"/>
                </a:lnTo>
                <a:lnTo>
                  <a:pt x="1498964" y="1050892"/>
                </a:lnTo>
                <a:lnTo>
                  <a:pt x="1501999" y="1045835"/>
                </a:lnTo>
                <a:lnTo>
                  <a:pt x="1506044" y="1040778"/>
                </a:lnTo>
                <a:lnTo>
                  <a:pt x="1510090" y="1036732"/>
                </a:lnTo>
                <a:lnTo>
                  <a:pt x="1515147" y="1033698"/>
                </a:lnTo>
                <a:lnTo>
                  <a:pt x="1520205" y="1031675"/>
                </a:lnTo>
                <a:lnTo>
                  <a:pt x="1526273" y="1029652"/>
                </a:lnTo>
                <a:lnTo>
                  <a:pt x="1532342" y="1029652"/>
                </a:lnTo>
                <a:lnTo>
                  <a:pt x="1655739" y="1029652"/>
                </a:lnTo>
                <a:lnTo>
                  <a:pt x="1655739" y="1029652"/>
                </a:lnTo>
                <a:lnTo>
                  <a:pt x="1663830" y="1028640"/>
                </a:lnTo>
                <a:lnTo>
                  <a:pt x="1670910" y="1026617"/>
                </a:lnTo>
                <a:lnTo>
                  <a:pt x="1676979" y="1022572"/>
                </a:lnTo>
                <a:lnTo>
                  <a:pt x="1683048" y="1018526"/>
                </a:lnTo>
                <a:lnTo>
                  <a:pt x="1687093" y="1012457"/>
                </a:lnTo>
                <a:lnTo>
                  <a:pt x="1691139" y="1006389"/>
                </a:lnTo>
                <a:lnTo>
                  <a:pt x="1693162" y="999308"/>
                </a:lnTo>
                <a:lnTo>
                  <a:pt x="1694174" y="991217"/>
                </a:lnTo>
                <a:lnTo>
                  <a:pt x="1694174" y="701943"/>
                </a:lnTo>
                <a:lnTo>
                  <a:pt x="1694174" y="701943"/>
                </a:lnTo>
                <a:lnTo>
                  <a:pt x="1693162" y="693852"/>
                </a:lnTo>
                <a:lnTo>
                  <a:pt x="1691139" y="686772"/>
                </a:lnTo>
                <a:lnTo>
                  <a:pt x="1687093" y="680703"/>
                </a:lnTo>
                <a:lnTo>
                  <a:pt x="1683048" y="674634"/>
                </a:lnTo>
                <a:lnTo>
                  <a:pt x="1676979" y="670589"/>
                </a:lnTo>
                <a:lnTo>
                  <a:pt x="1670910" y="666543"/>
                </a:lnTo>
                <a:lnTo>
                  <a:pt x="1663830" y="664520"/>
                </a:lnTo>
                <a:lnTo>
                  <a:pt x="1655739" y="663508"/>
                </a:lnTo>
                <a:lnTo>
                  <a:pt x="1655739" y="663508"/>
                </a:lnTo>
                <a:close/>
                <a:moveTo>
                  <a:pt x="846581" y="1267342"/>
                </a:moveTo>
                <a:lnTo>
                  <a:pt x="846581" y="1267342"/>
                </a:lnTo>
                <a:lnTo>
                  <a:pt x="825341" y="1266330"/>
                </a:lnTo>
                <a:lnTo>
                  <a:pt x="804100" y="1265319"/>
                </a:lnTo>
                <a:lnTo>
                  <a:pt x="782860" y="1262284"/>
                </a:lnTo>
                <a:lnTo>
                  <a:pt x="761619" y="1258239"/>
                </a:lnTo>
                <a:lnTo>
                  <a:pt x="741390" y="1254193"/>
                </a:lnTo>
                <a:lnTo>
                  <a:pt x="722173" y="1248124"/>
                </a:lnTo>
                <a:lnTo>
                  <a:pt x="701944" y="1242055"/>
                </a:lnTo>
                <a:lnTo>
                  <a:pt x="682727" y="1233964"/>
                </a:lnTo>
                <a:lnTo>
                  <a:pt x="664520" y="1225872"/>
                </a:lnTo>
                <a:lnTo>
                  <a:pt x="646314" y="1216769"/>
                </a:lnTo>
                <a:lnTo>
                  <a:pt x="629120" y="1206655"/>
                </a:lnTo>
                <a:lnTo>
                  <a:pt x="611925" y="1195529"/>
                </a:lnTo>
                <a:lnTo>
                  <a:pt x="595742" y="1183392"/>
                </a:lnTo>
                <a:lnTo>
                  <a:pt x="579559" y="1171254"/>
                </a:lnTo>
                <a:lnTo>
                  <a:pt x="564387" y="1158105"/>
                </a:lnTo>
                <a:lnTo>
                  <a:pt x="549216" y="1143945"/>
                </a:lnTo>
                <a:lnTo>
                  <a:pt x="536067" y="1129785"/>
                </a:lnTo>
                <a:lnTo>
                  <a:pt x="521906" y="1114613"/>
                </a:lnTo>
                <a:lnTo>
                  <a:pt x="509769" y="1098430"/>
                </a:lnTo>
                <a:lnTo>
                  <a:pt x="498643" y="1082247"/>
                </a:lnTo>
                <a:lnTo>
                  <a:pt x="487517" y="1065052"/>
                </a:lnTo>
                <a:lnTo>
                  <a:pt x="477403" y="1046846"/>
                </a:lnTo>
                <a:lnTo>
                  <a:pt x="468300" y="1028640"/>
                </a:lnTo>
                <a:lnTo>
                  <a:pt x="459197" y="1010434"/>
                </a:lnTo>
                <a:lnTo>
                  <a:pt x="452117" y="991217"/>
                </a:lnTo>
                <a:lnTo>
                  <a:pt x="445036" y="971999"/>
                </a:lnTo>
                <a:lnTo>
                  <a:pt x="439979" y="951770"/>
                </a:lnTo>
                <a:lnTo>
                  <a:pt x="434922" y="931542"/>
                </a:lnTo>
                <a:lnTo>
                  <a:pt x="430876" y="910301"/>
                </a:lnTo>
                <a:lnTo>
                  <a:pt x="428853" y="890072"/>
                </a:lnTo>
                <a:lnTo>
                  <a:pt x="426830" y="867820"/>
                </a:lnTo>
                <a:lnTo>
                  <a:pt x="426830" y="846580"/>
                </a:lnTo>
                <a:lnTo>
                  <a:pt x="426830" y="846580"/>
                </a:lnTo>
                <a:lnTo>
                  <a:pt x="426830" y="825340"/>
                </a:lnTo>
                <a:lnTo>
                  <a:pt x="428853" y="804099"/>
                </a:lnTo>
                <a:lnTo>
                  <a:pt x="430876" y="782859"/>
                </a:lnTo>
                <a:lnTo>
                  <a:pt x="434922" y="761619"/>
                </a:lnTo>
                <a:lnTo>
                  <a:pt x="439979" y="741390"/>
                </a:lnTo>
                <a:lnTo>
                  <a:pt x="445036" y="721161"/>
                </a:lnTo>
                <a:lnTo>
                  <a:pt x="452117" y="701943"/>
                </a:lnTo>
                <a:lnTo>
                  <a:pt x="459197" y="682726"/>
                </a:lnTo>
                <a:lnTo>
                  <a:pt x="468300" y="664520"/>
                </a:lnTo>
                <a:lnTo>
                  <a:pt x="477403" y="646314"/>
                </a:lnTo>
                <a:lnTo>
                  <a:pt x="487517" y="629119"/>
                </a:lnTo>
                <a:lnTo>
                  <a:pt x="498643" y="611925"/>
                </a:lnTo>
                <a:lnTo>
                  <a:pt x="509769" y="594730"/>
                </a:lnTo>
                <a:lnTo>
                  <a:pt x="521906" y="579558"/>
                </a:lnTo>
                <a:lnTo>
                  <a:pt x="536067" y="564387"/>
                </a:lnTo>
                <a:lnTo>
                  <a:pt x="549216" y="549215"/>
                </a:lnTo>
                <a:lnTo>
                  <a:pt x="564387" y="535055"/>
                </a:lnTo>
                <a:lnTo>
                  <a:pt x="579559" y="521906"/>
                </a:lnTo>
                <a:lnTo>
                  <a:pt x="595742" y="509769"/>
                </a:lnTo>
                <a:lnTo>
                  <a:pt x="611925" y="497631"/>
                </a:lnTo>
                <a:lnTo>
                  <a:pt x="629120" y="487517"/>
                </a:lnTo>
                <a:lnTo>
                  <a:pt x="646314" y="477402"/>
                </a:lnTo>
                <a:lnTo>
                  <a:pt x="664520" y="467288"/>
                </a:lnTo>
                <a:lnTo>
                  <a:pt x="682727" y="459196"/>
                </a:lnTo>
                <a:lnTo>
                  <a:pt x="701944" y="452116"/>
                </a:lnTo>
                <a:lnTo>
                  <a:pt x="722173" y="445036"/>
                </a:lnTo>
                <a:lnTo>
                  <a:pt x="741390" y="438967"/>
                </a:lnTo>
                <a:lnTo>
                  <a:pt x="761619" y="434922"/>
                </a:lnTo>
                <a:lnTo>
                  <a:pt x="782860" y="430876"/>
                </a:lnTo>
                <a:lnTo>
                  <a:pt x="804100" y="428853"/>
                </a:lnTo>
                <a:lnTo>
                  <a:pt x="825341" y="426830"/>
                </a:lnTo>
                <a:lnTo>
                  <a:pt x="846581" y="425819"/>
                </a:lnTo>
                <a:lnTo>
                  <a:pt x="846581" y="425819"/>
                </a:lnTo>
                <a:lnTo>
                  <a:pt x="868833" y="426830"/>
                </a:lnTo>
                <a:lnTo>
                  <a:pt x="890073" y="428853"/>
                </a:lnTo>
                <a:lnTo>
                  <a:pt x="911314" y="430876"/>
                </a:lnTo>
                <a:lnTo>
                  <a:pt x="931542" y="434922"/>
                </a:lnTo>
                <a:lnTo>
                  <a:pt x="951771" y="438967"/>
                </a:lnTo>
                <a:lnTo>
                  <a:pt x="972000" y="445036"/>
                </a:lnTo>
                <a:lnTo>
                  <a:pt x="991218" y="452116"/>
                </a:lnTo>
                <a:lnTo>
                  <a:pt x="1010435" y="459196"/>
                </a:lnTo>
                <a:lnTo>
                  <a:pt x="1028641" y="467288"/>
                </a:lnTo>
                <a:lnTo>
                  <a:pt x="1046847" y="477402"/>
                </a:lnTo>
                <a:lnTo>
                  <a:pt x="1065054" y="487517"/>
                </a:lnTo>
                <a:lnTo>
                  <a:pt x="1082248" y="497631"/>
                </a:lnTo>
                <a:lnTo>
                  <a:pt x="1098431" y="509769"/>
                </a:lnTo>
                <a:lnTo>
                  <a:pt x="1114614" y="521906"/>
                </a:lnTo>
                <a:lnTo>
                  <a:pt x="1129786" y="535055"/>
                </a:lnTo>
                <a:lnTo>
                  <a:pt x="1143946" y="549215"/>
                </a:lnTo>
                <a:lnTo>
                  <a:pt x="1158107" y="564387"/>
                </a:lnTo>
                <a:lnTo>
                  <a:pt x="1171255" y="579558"/>
                </a:lnTo>
                <a:lnTo>
                  <a:pt x="1183393" y="594730"/>
                </a:lnTo>
                <a:lnTo>
                  <a:pt x="1195530" y="611925"/>
                </a:lnTo>
                <a:lnTo>
                  <a:pt x="1206656" y="629119"/>
                </a:lnTo>
                <a:lnTo>
                  <a:pt x="1216771" y="646314"/>
                </a:lnTo>
                <a:lnTo>
                  <a:pt x="1225874" y="664520"/>
                </a:lnTo>
                <a:lnTo>
                  <a:pt x="1233965" y="682726"/>
                </a:lnTo>
                <a:lnTo>
                  <a:pt x="1242057" y="701943"/>
                </a:lnTo>
                <a:lnTo>
                  <a:pt x="1248125" y="721161"/>
                </a:lnTo>
                <a:lnTo>
                  <a:pt x="1254194" y="741390"/>
                </a:lnTo>
                <a:lnTo>
                  <a:pt x="1258240" y="761619"/>
                </a:lnTo>
                <a:lnTo>
                  <a:pt x="1262286" y="782859"/>
                </a:lnTo>
                <a:lnTo>
                  <a:pt x="1265320" y="804099"/>
                </a:lnTo>
                <a:lnTo>
                  <a:pt x="1266331" y="825340"/>
                </a:lnTo>
                <a:lnTo>
                  <a:pt x="1267343" y="846580"/>
                </a:lnTo>
                <a:lnTo>
                  <a:pt x="1267343" y="846580"/>
                </a:lnTo>
                <a:lnTo>
                  <a:pt x="1266331" y="867820"/>
                </a:lnTo>
                <a:lnTo>
                  <a:pt x="1265320" y="890072"/>
                </a:lnTo>
                <a:lnTo>
                  <a:pt x="1262286" y="910301"/>
                </a:lnTo>
                <a:lnTo>
                  <a:pt x="1258240" y="931542"/>
                </a:lnTo>
                <a:lnTo>
                  <a:pt x="1254194" y="951770"/>
                </a:lnTo>
                <a:lnTo>
                  <a:pt x="1248125" y="971999"/>
                </a:lnTo>
                <a:lnTo>
                  <a:pt x="1242057" y="991217"/>
                </a:lnTo>
                <a:lnTo>
                  <a:pt x="1233965" y="1010434"/>
                </a:lnTo>
                <a:lnTo>
                  <a:pt x="1225874" y="1028640"/>
                </a:lnTo>
                <a:lnTo>
                  <a:pt x="1216771" y="1046846"/>
                </a:lnTo>
                <a:lnTo>
                  <a:pt x="1206656" y="1065052"/>
                </a:lnTo>
                <a:lnTo>
                  <a:pt x="1195530" y="1082247"/>
                </a:lnTo>
                <a:lnTo>
                  <a:pt x="1183393" y="1098430"/>
                </a:lnTo>
                <a:lnTo>
                  <a:pt x="1171255" y="1114613"/>
                </a:lnTo>
                <a:lnTo>
                  <a:pt x="1158107" y="1129785"/>
                </a:lnTo>
                <a:lnTo>
                  <a:pt x="1143946" y="1143945"/>
                </a:lnTo>
                <a:lnTo>
                  <a:pt x="1129786" y="1158105"/>
                </a:lnTo>
                <a:lnTo>
                  <a:pt x="1114614" y="1171254"/>
                </a:lnTo>
                <a:lnTo>
                  <a:pt x="1098431" y="1183392"/>
                </a:lnTo>
                <a:lnTo>
                  <a:pt x="1082248" y="1195529"/>
                </a:lnTo>
                <a:lnTo>
                  <a:pt x="1065054" y="1206655"/>
                </a:lnTo>
                <a:lnTo>
                  <a:pt x="1046847" y="1216769"/>
                </a:lnTo>
                <a:lnTo>
                  <a:pt x="1028641" y="1225872"/>
                </a:lnTo>
                <a:lnTo>
                  <a:pt x="1010435" y="1233964"/>
                </a:lnTo>
                <a:lnTo>
                  <a:pt x="991218" y="1242055"/>
                </a:lnTo>
                <a:lnTo>
                  <a:pt x="972000" y="1248124"/>
                </a:lnTo>
                <a:lnTo>
                  <a:pt x="951771" y="1254193"/>
                </a:lnTo>
                <a:lnTo>
                  <a:pt x="931542" y="1258239"/>
                </a:lnTo>
                <a:lnTo>
                  <a:pt x="911314" y="1262284"/>
                </a:lnTo>
                <a:lnTo>
                  <a:pt x="890073" y="1265319"/>
                </a:lnTo>
                <a:lnTo>
                  <a:pt x="868833" y="1266330"/>
                </a:lnTo>
                <a:lnTo>
                  <a:pt x="846581" y="1267342"/>
                </a:lnTo>
                <a:lnTo>
                  <a:pt x="846581" y="1267342"/>
                </a:lnTo>
                <a:close/>
              </a:path>
            </a:pathLst>
          </a:custGeom>
          <a:solidFill>
            <a:srgbClr val="174D9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/>
          <p:nvPr/>
        </p:nvSpPr>
        <p:spPr>
          <a:xfrm>
            <a:off x="11520212" y="-4291897"/>
            <a:ext cx="8582108" cy="8583793"/>
          </a:xfrm>
          <a:custGeom>
            <a:rect b="b" l="l" r="r" t="t"/>
            <a:pathLst>
              <a:path extrusionOk="0" h="1702264" w="1702265">
                <a:moveTo>
                  <a:pt x="996275" y="1702264"/>
                </a:moveTo>
                <a:lnTo>
                  <a:pt x="707001" y="1702264"/>
                </a:lnTo>
                <a:lnTo>
                  <a:pt x="707001" y="1702264"/>
                </a:lnTo>
                <a:lnTo>
                  <a:pt x="697898" y="1701252"/>
                </a:lnTo>
                <a:lnTo>
                  <a:pt x="689807" y="1698218"/>
                </a:lnTo>
                <a:lnTo>
                  <a:pt x="682727" y="1694172"/>
                </a:lnTo>
                <a:lnTo>
                  <a:pt x="676658" y="1689115"/>
                </a:lnTo>
                <a:lnTo>
                  <a:pt x="671601" y="1683046"/>
                </a:lnTo>
                <a:lnTo>
                  <a:pt x="667555" y="1675966"/>
                </a:lnTo>
                <a:lnTo>
                  <a:pt x="665532" y="1667874"/>
                </a:lnTo>
                <a:lnTo>
                  <a:pt x="664521" y="1659783"/>
                </a:lnTo>
                <a:lnTo>
                  <a:pt x="664521" y="1536386"/>
                </a:lnTo>
                <a:lnTo>
                  <a:pt x="664521" y="1536386"/>
                </a:lnTo>
                <a:lnTo>
                  <a:pt x="664521" y="1530318"/>
                </a:lnTo>
                <a:lnTo>
                  <a:pt x="662498" y="1525261"/>
                </a:lnTo>
                <a:lnTo>
                  <a:pt x="660475" y="1521215"/>
                </a:lnTo>
                <a:lnTo>
                  <a:pt x="658452" y="1516158"/>
                </a:lnTo>
                <a:lnTo>
                  <a:pt x="654406" y="1512112"/>
                </a:lnTo>
                <a:lnTo>
                  <a:pt x="650360" y="1509077"/>
                </a:lnTo>
                <a:lnTo>
                  <a:pt x="645303" y="1506043"/>
                </a:lnTo>
                <a:lnTo>
                  <a:pt x="640246" y="1504020"/>
                </a:lnTo>
                <a:lnTo>
                  <a:pt x="640246" y="1504020"/>
                </a:lnTo>
                <a:lnTo>
                  <a:pt x="613948" y="1494917"/>
                </a:lnTo>
                <a:lnTo>
                  <a:pt x="588662" y="1484803"/>
                </a:lnTo>
                <a:lnTo>
                  <a:pt x="563376" y="1473677"/>
                </a:lnTo>
                <a:lnTo>
                  <a:pt x="538090" y="1461539"/>
                </a:lnTo>
                <a:lnTo>
                  <a:pt x="538090" y="1461539"/>
                </a:lnTo>
                <a:lnTo>
                  <a:pt x="533033" y="1459517"/>
                </a:lnTo>
                <a:lnTo>
                  <a:pt x="527975" y="1458505"/>
                </a:lnTo>
                <a:lnTo>
                  <a:pt x="522918" y="1457494"/>
                </a:lnTo>
                <a:lnTo>
                  <a:pt x="516849" y="1458505"/>
                </a:lnTo>
                <a:lnTo>
                  <a:pt x="511792" y="1459517"/>
                </a:lnTo>
                <a:lnTo>
                  <a:pt x="506735" y="1461539"/>
                </a:lnTo>
                <a:lnTo>
                  <a:pt x="502689" y="1464574"/>
                </a:lnTo>
                <a:lnTo>
                  <a:pt x="498643" y="1468620"/>
                </a:lnTo>
                <a:lnTo>
                  <a:pt x="411659" y="1554592"/>
                </a:lnTo>
                <a:lnTo>
                  <a:pt x="411659" y="1554592"/>
                </a:lnTo>
                <a:lnTo>
                  <a:pt x="405590" y="1559650"/>
                </a:lnTo>
                <a:lnTo>
                  <a:pt x="397499" y="1563696"/>
                </a:lnTo>
                <a:lnTo>
                  <a:pt x="390419" y="1566730"/>
                </a:lnTo>
                <a:lnTo>
                  <a:pt x="381316" y="1566730"/>
                </a:lnTo>
                <a:lnTo>
                  <a:pt x="381316" y="1566730"/>
                </a:lnTo>
                <a:lnTo>
                  <a:pt x="373224" y="1566730"/>
                </a:lnTo>
                <a:lnTo>
                  <a:pt x="365132" y="1563696"/>
                </a:lnTo>
                <a:lnTo>
                  <a:pt x="358052" y="1559650"/>
                </a:lnTo>
                <a:lnTo>
                  <a:pt x="351984" y="1554592"/>
                </a:lnTo>
                <a:lnTo>
                  <a:pt x="147671" y="1350280"/>
                </a:lnTo>
                <a:lnTo>
                  <a:pt x="147671" y="1350280"/>
                </a:lnTo>
                <a:lnTo>
                  <a:pt x="141603" y="1343200"/>
                </a:lnTo>
                <a:lnTo>
                  <a:pt x="137557" y="1336120"/>
                </a:lnTo>
                <a:lnTo>
                  <a:pt x="135534" y="1328029"/>
                </a:lnTo>
                <a:lnTo>
                  <a:pt x="134522" y="1319937"/>
                </a:lnTo>
                <a:lnTo>
                  <a:pt x="135534" y="1312857"/>
                </a:lnTo>
                <a:lnTo>
                  <a:pt x="137557" y="1304765"/>
                </a:lnTo>
                <a:lnTo>
                  <a:pt x="141603" y="1297685"/>
                </a:lnTo>
                <a:lnTo>
                  <a:pt x="147671" y="1290605"/>
                </a:lnTo>
                <a:lnTo>
                  <a:pt x="233644" y="1203621"/>
                </a:lnTo>
                <a:lnTo>
                  <a:pt x="233644" y="1203621"/>
                </a:lnTo>
                <a:lnTo>
                  <a:pt x="237690" y="1199575"/>
                </a:lnTo>
                <a:lnTo>
                  <a:pt x="240724" y="1195529"/>
                </a:lnTo>
                <a:lnTo>
                  <a:pt x="242747" y="1190472"/>
                </a:lnTo>
                <a:lnTo>
                  <a:pt x="243759" y="1185415"/>
                </a:lnTo>
                <a:lnTo>
                  <a:pt x="244770" y="1179346"/>
                </a:lnTo>
                <a:lnTo>
                  <a:pt x="243759" y="1174289"/>
                </a:lnTo>
                <a:lnTo>
                  <a:pt x="242747" y="1169232"/>
                </a:lnTo>
                <a:lnTo>
                  <a:pt x="240724" y="1164174"/>
                </a:lnTo>
                <a:lnTo>
                  <a:pt x="240724" y="1164174"/>
                </a:lnTo>
                <a:lnTo>
                  <a:pt x="228587" y="1138888"/>
                </a:lnTo>
                <a:lnTo>
                  <a:pt x="217461" y="1113602"/>
                </a:lnTo>
                <a:lnTo>
                  <a:pt x="207347" y="1087304"/>
                </a:lnTo>
                <a:lnTo>
                  <a:pt x="198244" y="1062018"/>
                </a:lnTo>
                <a:lnTo>
                  <a:pt x="198244" y="1062018"/>
                </a:lnTo>
                <a:lnTo>
                  <a:pt x="196221" y="1055950"/>
                </a:lnTo>
                <a:lnTo>
                  <a:pt x="193186" y="1051904"/>
                </a:lnTo>
                <a:lnTo>
                  <a:pt x="190152" y="1047858"/>
                </a:lnTo>
                <a:lnTo>
                  <a:pt x="186106" y="1043812"/>
                </a:lnTo>
                <a:lnTo>
                  <a:pt x="181049" y="1041789"/>
                </a:lnTo>
                <a:lnTo>
                  <a:pt x="175992" y="1039766"/>
                </a:lnTo>
                <a:lnTo>
                  <a:pt x="170935" y="1037744"/>
                </a:lnTo>
                <a:lnTo>
                  <a:pt x="165877" y="1037744"/>
                </a:lnTo>
                <a:lnTo>
                  <a:pt x="42481" y="1037744"/>
                </a:lnTo>
                <a:lnTo>
                  <a:pt x="42481" y="1037744"/>
                </a:lnTo>
                <a:lnTo>
                  <a:pt x="34389" y="1036732"/>
                </a:lnTo>
                <a:lnTo>
                  <a:pt x="26298" y="1034709"/>
                </a:lnTo>
                <a:lnTo>
                  <a:pt x="19217" y="1030663"/>
                </a:lnTo>
                <a:lnTo>
                  <a:pt x="13149" y="1025606"/>
                </a:lnTo>
                <a:lnTo>
                  <a:pt x="7080" y="1018526"/>
                </a:lnTo>
                <a:lnTo>
                  <a:pt x="4046" y="1011446"/>
                </a:lnTo>
                <a:lnTo>
                  <a:pt x="1011" y="1004366"/>
                </a:lnTo>
                <a:lnTo>
                  <a:pt x="0" y="995263"/>
                </a:lnTo>
                <a:lnTo>
                  <a:pt x="0" y="705989"/>
                </a:lnTo>
                <a:lnTo>
                  <a:pt x="0" y="705989"/>
                </a:lnTo>
                <a:lnTo>
                  <a:pt x="1011" y="697898"/>
                </a:lnTo>
                <a:lnTo>
                  <a:pt x="4046" y="689806"/>
                </a:lnTo>
                <a:lnTo>
                  <a:pt x="7080" y="682726"/>
                </a:lnTo>
                <a:lnTo>
                  <a:pt x="13149" y="676657"/>
                </a:lnTo>
                <a:lnTo>
                  <a:pt x="19217" y="670589"/>
                </a:lnTo>
                <a:lnTo>
                  <a:pt x="26298" y="667554"/>
                </a:lnTo>
                <a:lnTo>
                  <a:pt x="34389" y="664520"/>
                </a:lnTo>
                <a:lnTo>
                  <a:pt x="42481" y="663509"/>
                </a:lnTo>
                <a:lnTo>
                  <a:pt x="165877" y="663509"/>
                </a:lnTo>
                <a:lnTo>
                  <a:pt x="165877" y="663509"/>
                </a:lnTo>
                <a:lnTo>
                  <a:pt x="170935" y="663509"/>
                </a:lnTo>
                <a:lnTo>
                  <a:pt x="175992" y="662497"/>
                </a:lnTo>
                <a:lnTo>
                  <a:pt x="181049" y="660474"/>
                </a:lnTo>
                <a:lnTo>
                  <a:pt x="186106" y="657440"/>
                </a:lnTo>
                <a:lnTo>
                  <a:pt x="190152" y="653394"/>
                </a:lnTo>
                <a:lnTo>
                  <a:pt x="193186" y="649348"/>
                </a:lnTo>
                <a:lnTo>
                  <a:pt x="196221" y="645303"/>
                </a:lnTo>
                <a:lnTo>
                  <a:pt x="198244" y="640245"/>
                </a:lnTo>
                <a:lnTo>
                  <a:pt x="198244" y="640245"/>
                </a:lnTo>
                <a:lnTo>
                  <a:pt x="207347" y="613948"/>
                </a:lnTo>
                <a:lnTo>
                  <a:pt x="217461" y="587650"/>
                </a:lnTo>
                <a:lnTo>
                  <a:pt x="228587" y="562364"/>
                </a:lnTo>
                <a:lnTo>
                  <a:pt x="240724" y="537078"/>
                </a:lnTo>
                <a:lnTo>
                  <a:pt x="240724" y="537078"/>
                </a:lnTo>
                <a:lnTo>
                  <a:pt x="242747" y="532021"/>
                </a:lnTo>
                <a:lnTo>
                  <a:pt x="243759" y="526963"/>
                </a:lnTo>
                <a:lnTo>
                  <a:pt x="244770" y="521906"/>
                </a:lnTo>
                <a:lnTo>
                  <a:pt x="243759" y="516849"/>
                </a:lnTo>
                <a:lnTo>
                  <a:pt x="242747" y="511792"/>
                </a:lnTo>
                <a:lnTo>
                  <a:pt x="240724" y="506734"/>
                </a:lnTo>
                <a:lnTo>
                  <a:pt x="237690" y="501677"/>
                </a:lnTo>
                <a:lnTo>
                  <a:pt x="233644" y="497631"/>
                </a:lnTo>
                <a:lnTo>
                  <a:pt x="147671" y="410647"/>
                </a:lnTo>
                <a:lnTo>
                  <a:pt x="147671" y="410647"/>
                </a:lnTo>
                <a:lnTo>
                  <a:pt x="141603" y="404578"/>
                </a:lnTo>
                <a:lnTo>
                  <a:pt x="137557" y="396487"/>
                </a:lnTo>
                <a:lnTo>
                  <a:pt x="135534" y="389407"/>
                </a:lnTo>
                <a:lnTo>
                  <a:pt x="134522" y="381315"/>
                </a:lnTo>
                <a:lnTo>
                  <a:pt x="135534" y="373224"/>
                </a:lnTo>
                <a:lnTo>
                  <a:pt x="137557" y="365132"/>
                </a:lnTo>
                <a:lnTo>
                  <a:pt x="141603" y="358052"/>
                </a:lnTo>
                <a:lnTo>
                  <a:pt x="147671" y="350972"/>
                </a:lnTo>
                <a:lnTo>
                  <a:pt x="351984" y="146660"/>
                </a:lnTo>
                <a:lnTo>
                  <a:pt x="351984" y="146660"/>
                </a:lnTo>
                <a:lnTo>
                  <a:pt x="358052" y="141602"/>
                </a:lnTo>
                <a:lnTo>
                  <a:pt x="365132" y="137557"/>
                </a:lnTo>
                <a:lnTo>
                  <a:pt x="373224" y="135534"/>
                </a:lnTo>
                <a:lnTo>
                  <a:pt x="381316" y="134522"/>
                </a:lnTo>
                <a:lnTo>
                  <a:pt x="381316" y="134522"/>
                </a:lnTo>
                <a:lnTo>
                  <a:pt x="390419" y="135534"/>
                </a:lnTo>
                <a:lnTo>
                  <a:pt x="397499" y="137557"/>
                </a:lnTo>
                <a:lnTo>
                  <a:pt x="405590" y="141602"/>
                </a:lnTo>
                <a:lnTo>
                  <a:pt x="411659" y="146660"/>
                </a:lnTo>
                <a:lnTo>
                  <a:pt x="498643" y="233644"/>
                </a:lnTo>
                <a:lnTo>
                  <a:pt x="498643" y="233644"/>
                </a:lnTo>
                <a:lnTo>
                  <a:pt x="502689" y="236678"/>
                </a:lnTo>
                <a:lnTo>
                  <a:pt x="506735" y="239713"/>
                </a:lnTo>
                <a:lnTo>
                  <a:pt x="511792" y="241736"/>
                </a:lnTo>
                <a:lnTo>
                  <a:pt x="516849" y="242747"/>
                </a:lnTo>
                <a:lnTo>
                  <a:pt x="522918" y="243759"/>
                </a:lnTo>
                <a:lnTo>
                  <a:pt x="527975" y="242747"/>
                </a:lnTo>
                <a:lnTo>
                  <a:pt x="533033" y="241736"/>
                </a:lnTo>
                <a:lnTo>
                  <a:pt x="538090" y="239713"/>
                </a:lnTo>
                <a:lnTo>
                  <a:pt x="538090" y="239713"/>
                </a:lnTo>
                <a:lnTo>
                  <a:pt x="563376" y="227575"/>
                </a:lnTo>
                <a:lnTo>
                  <a:pt x="588662" y="216449"/>
                </a:lnTo>
                <a:lnTo>
                  <a:pt x="613948" y="206335"/>
                </a:lnTo>
                <a:lnTo>
                  <a:pt x="640246" y="197232"/>
                </a:lnTo>
                <a:lnTo>
                  <a:pt x="640246" y="197232"/>
                </a:lnTo>
                <a:lnTo>
                  <a:pt x="645303" y="195209"/>
                </a:lnTo>
                <a:lnTo>
                  <a:pt x="650360" y="192175"/>
                </a:lnTo>
                <a:lnTo>
                  <a:pt x="654406" y="189140"/>
                </a:lnTo>
                <a:lnTo>
                  <a:pt x="658452" y="185095"/>
                </a:lnTo>
                <a:lnTo>
                  <a:pt x="660475" y="181049"/>
                </a:lnTo>
                <a:lnTo>
                  <a:pt x="662498" y="175992"/>
                </a:lnTo>
                <a:lnTo>
                  <a:pt x="664521" y="170934"/>
                </a:lnTo>
                <a:lnTo>
                  <a:pt x="664521" y="164866"/>
                </a:lnTo>
                <a:lnTo>
                  <a:pt x="664521" y="41469"/>
                </a:lnTo>
                <a:lnTo>
                  <a:pt x="664521" y="41469"/>
                </a:lnTo>
                <a:lnTo>
                  <a:pt x="665532" y="33378"/>
                </a:lnTo>
                <a:lnTo>
                  <a:pt x="667555" y="25286"/>
                </a:lnTo>
                <a:lnTo>
                  <a:pt x="671601" y="18206"/>
                </a:lnTo>
                <a:lnTo>
                  <a:pt x="676658" y="12137"/>
                </a:lnTo>
                <a:lnTo>
                  <a:pt x="682727" y="7080"/>
                </a:lnTo>
                <a:lnTo>
                  <a:pt x="689807" y="3034"/>
                </a:lnTo>
                <a:lnTo>
                  <a:pt x="697898" y="1011"/>
                </a:lnTo>
                <a:lnTo>
                  <a:pt x="707001" y="0"/>
                </a:lnTo>
                <a:lnTo>
                  <a:pt x="996275" y="0"/>
                </a:lnTo>
                <a:lnTo>
                  <a:pt x="996275" y="0"/>
                </a:lnTo>
                <a:lnTo>
                  <a:pt x="1004367" y="1011"/>
                </a:lnTo>
                <a:lnTo>
                  <a:pt x="1012458" y="3034"/>
                </a:lnTo>
                <a:lnTo>
                  <a:pt x="1019539" y="7080"/>
                </a:lnTo>
                <a:lnTo>
                  <a:pt x="1025607" y="12137"/>
                </a:lnTo>
                <a:lnTo>
                  <a:pt x="1030665" y="18206"/>
                </a:lnTo>
                <a:lnTo>
                  <a:pt x="1034710" y="25286"/>
                </a:lnTo>
                <a:lnTo>
                  <a:pt x="1037745" y="33378"/>
                </a:lnTo>
                <a:lnTo>
                  <a:pt x="1038756" y="41469"/>
                </a:lnTo>
                <a:lnTo>
                  <a:pt x="1038756" y="164866"/>
                </a:lnTo>
                <a:lnTo>
                  <a:pt x="1038756" y="164866"/>
                </a:lnTo>
                <a:lnTo>
                  <a:pt x="1038756" y="170934"/>
                </a:lnTo>
                <a:lnTo>
                  <a:pt x="1039768" y="175992"/>
                </a:lnTo>
                <a:lnTo>
                  <a:pt x="1041790" y="181049"/>
                </a:lnTo>
                <a:lnTo>
                  <a:pt x="1044825" y="185095"/>
                </a:lnTo>
                <a:lnTo>
                  <a:pt x="1047859" y="189140"/>
                </a:lnTo>
                <a:lnTo>
                  <a:pt x="1052916" y="192175"/>
                </a:lnTo>
                <a:lnTo>
                  <a:pt x="1056962" y="195209"/>
                </a:lnTo>
                <a:lnTo>
                  <a:pt x="1062019" y="197232"/>
                </a:lnTo>
                <a:lnTo>
                  <a:pt x="1062019" y="197232"/>
                </a:lnTo>
                <a:lnTo>
                  <a:pt x="1088317" y="206335"/>
                </a:lnTo>
                <a:lnTo>
                  <a:pt x="1114615" y="216449"/>
                </a:lnTo>
                <a:lnTo>
                  <a:pt x="1139901" y="227575"/>
                </a:lnTo>
                <a:lnTo>
                  <a:pt x="1165187" y="239713"/>
                </a:lnTo>
                <a:lnTo>
                  <a:pt x="1165187" y="239713"/>
                </a:lnTo>
                <a:lnTo>
                  <a:pt x="1170244" y="241736"/>
                </a:lnTo>
                <a:lnTo>
                  <a:pt x="1175301" y="242747"/>
                </a:lnTo>
                <a:lnTo>
                  <a:pt x="1180359" y="243759"/>
                </a:lnTo>
                <a:lnTo>
                  <a:pt x="1185416" y="242747"/>
                </a:lnTo>
                <a:lnTo>
                  <a:pt x="1190473" y="241736"/>
                </a:lnTo>
                <a:lnTo>
                  <a:pt x="1195530" y="239713"/>
                </a:lnTo>
                <a:lnTo>
                  <a:pt x="1200588" y="236678"/>
                </a:lnTo>
                <a:lnTo>
                  <a:pt x="1204633" y="233644"/>
                </a:lnTo>
                <a:lnTo>
                  <a:pt x="1291618" y="146660"/>
                </a:lnTo>
                <a:lnTo>
                  <a:pt x="1291618" y="146660"/>
                </a:lnTo>
                <a:lnTo>
                  <a:pt x="1297687" y="141602"/>
                </a:lnTo>
                <a:lnTo>
                  <a:pt x="1304767" y="137557"/>
                </a:lnTo>
                <a:lnTo>
                  <a:pt x="1312858" y="135534"/>
                </a:lnTo>
                <a:lnTo>
                  <a:pt x="1320950" y="134522"/>
                </a:lnTo>
                <a:lnTo>
                  <a:pt x="1320950" y="134522"/>
                </a:lnTo>
                <a:lnTo>
                  <a:pt x="1329041" y="135534"/>
                </a:lnTo>
                <a:lnTo>
                  <a:pt x="1337133" y="137557"/>
                </a:lnTo>
                <a:lnTo>
                  <a:pt x="1344213" y="141602"/>
                </a:lnTo>
                <a:lnTo>
                  <a:pt x="1351293" y="146660"/>
                </a:lnTo>
                <a:lnTo>
                  <a:pt x="1555606" y="350972"/>
                </a:lnTo>
                <a:lnTo>
                  <a:pt x="1555606" y="350972"/>
                </a:lnTo>
                <a:lnTo>
                  <a:pt x="1560663" y="358052"/>
                </a:lnTo>
                <a:lnTo>
                  <a:pt x="1564709" y="365132"/>
                </a:lnTo>
                <a:lnTo>
                  <a:pt x="1566731" y="373224"/>
                </a:lnTo>
                <a:lnTo>
                  <a:pt x="1567743" y="381315"/>
                </a:lnTo>
                <a:lnTo>
                  <a:pt x="1567743" y="381315"/>
                </a:lnTo>
                <a:lnTo>
                  <a:pt x="1566731" y="389407"/>
                </a:lnTo>
                <a:lnTo>
                  <a:pt x="1564709" y="397498"/>
                </a:lnTo>
                <a:lnTo>
                  <a:pt x="1560663" y="404578"/>
                </a:lnTo>
                <a:lnTo>
                  <a:pt x="1555606" y="410647"/>
                </a:lnTo>
                <a:lnTo>
                  <a:pt x="1468621" y="497631"/>
                </a:lnTo>
                <a:lnTo>
                  <a:pt x="1468621" y="497631"/>
                </a:lnTo>
                <a:lnTo>
                  <a:pt x="1465587" y="501677"/>
                </a:lnTo>
                <a:lnTo>
                  <a:pt x="1462552" y="506734"/>
                </a:lnTo>
                <a:lnTo>
                  <a:pt x="1460530" y="511792"/>
                </a:lnTo>
                <a:lnTo>
                  <a:pt x="1459518" y="516849"/>
                </a:lnTo>
                <a:lnTo>
                  <a:pt x="1458507" y="521906"/>
                </a:lnTo>
                <a:lnTo>
                  <a:pt x="1458507" y="526963"/>
                </a:lnTo>
                <a:lnTo>
                  <a:pt x="1460530" y="532021"/>
                </a:lnTo>
                <a:lnTo>
                  <a:pt x="1462552" y="537078"/>
                </a:lnTo>
                <a:lnTo>
                  <a:pt x="1462552" y="537078"/>
                </a:lnTo>
                <a:lnTo>
                  <a:pt x="1474690" y="562364"/>
                </a:lnTo>
                <a:lnTo>
                  <a:pt x="1485816" y="587650"/>
                </a:lnTo>
                <a:lnTo>
                  <a:pt x="1495930" y="613948"/>
                </a:lnTo>
                <a:lnTo>
                  <a:pt x="1505033" y="640245"/>
                </a:lnTo>
                <a:lnTo>
                  <a:pt x="1505033" y="640245"/>
                </a:lnTo>
                <a:lnTo>
                  <a:pt x="1507056" y="645303"/>
                </a:lnTo>
                <a:lnTo>
                  <a:pt x="1510090" y="649348"/>
                </a:lnTo>
                <a:lnTo>
                  <a:pt x="1513125" y="653394"/>
                </a:lnTo>
                <a:lnTo>
                  <a:pt x="1517171" y="657440"/>
                </a:lnTo>
                <a:lnTo>
                  <a:pt x="1521216" y="660474"/>
                </a:lnTo>
                <a:lnTo>
                  <a:pt x="1526274" y="662497"/>
                </a:lnTo>
                <a:lnTo>
                  <a:pt x="1531331" y="663509"/>
                </a:lnTo>
                <a:lnTo>
                  <a:pt x="1536388" y="663509"/>
                </a:lnTo>
                <a:lnTo>
                  <a:pt x="1660796" y="663509"/>
                </a:lnTo>
                <a:lnTo>
                  <a:pt x="1660796" y="663509"/>
                </a:lnTo>
                <a:lnTo>
                  <a:pt x="1668888" y="664520"/>
                </a:lnTo>
                <a:lnTo>
                  <a:pt x="1676979" y="667554"/>
                </a:lnTo>
                <a:lnTo>
                  <a:pt x="1684059" y="670589"/>
                </a:lnTo>
                <a:lnTo>
                  <a:pt x="1690128" y="676657"/>
                </a:lnTo>
                <a:lnTo>
                  <a:pt x="1695185" y="682726"/>
                </a:lnTo>
                <a:lnTo>
                  <a:pt x="1699231" y="689806"/>
                </a:lnTo>
                <a:lnTo>
                  <a:pt x="1701254" y="697898"/>
                </a:lnTo>
                <a:lnTo>
                  <a:pt x="1702265" y="705989"/>
                </a:lnTo>
                <a:lnTo>
                  <a:pt x="1702265" y="995263"/>
                </a:lnTo>
                <a:lnTo>
                  <a:pt x="1702265" y="995263"/>
                </a:lnTo>
                <a:lnTo>
                  <a:pt x="1701254" y="1004366"/>
                </a:lnTo>
                <a:lnTo>
                  <a:pt x="1699231" y="1011446"/>
                </a:lnTo>
                <a:lnTo>
                  <a:pt x="1695185" y="1018526"/>
                </a:lnTo>
                <a:lnTo>
                  <a:pt x="1690128" y="1025606"/>
                </a:lnTo>
                <a:lnTo>
                  <a:pt x="1684059" y="1030663"/>
                </a:lnTo>
                <a:lnTo>
                  <a:pt x="1676979" y="1034709"/>
                </a:lnTo>
                <a:lnTo>
                  <a:pt x="1668888" y="1036732"/>
                </a:lnTo>
                <a:lnTo>
                  <a:pt x="1660796" y="1037744"/>
                </a:lnTo>
                <a:lnTo>
                  <a:pt x="1536388" y="1037744"/>
                </a:lnTo>
                <a:lnTo>
                  <a:pt x="1536388" y="1037744"/>
                </a:lnTo>
                <a:lnTo>
                  <a:pt x="1531331" y="1037744"/>
                </a:lnTo>
                <a:lnTo>
                  <a:pt x="1526274" y="1039766"/>
                </a:lnTo>
                <a:lnTo>
                  <a:pt x="1521216" y="1041789"/>
                </a:lnTo>
                <a:lnTo>
                  <a:pt x="1517171" y="1043812"/>
                </a:lnTo>
                <a:lnTo>
                  <a:pt x="1513125" y="1047858"/>
                </a:lnTo>
                <a:lnTo>
                  <a:pt x="1510090" y="1051904"/>
                </a:lnTo>
                <a:lnTo>
                  <a:pt x="1507056" y="1055950"/>
                </a:lnTo>
                <a:lnTo>
                  <a:pt x="1505033" y="1062018"/>
                </a:lnTo>
                <a:lnTo>
                  <a:pt x="1505033" y="1062018"/>
                </a:lnTo>
                <a:lnTo>
                  <a:pt x="1495930" y="1087304"/>
                </a:lnTo>
                <a:lnTo>
                  <a:pt x="1485816" y="1113602"/>
                </a:lnTo>
                <a:lnTo>
                  <a:pt x="1474690" y="1138888"/>
                </a:lnTo>
                <a:lnTo>
                  <a:pt x="1462552" y="1164174"/>
                </a:lnTo>
                <a:lnTo>
                  <a:pt x="1462552" y="1164174"/>
                </a:lnTo>
                <a:lnTo>
                  <a:pt x="1460530" y="1169232"/>
                </a:lnTo>
                <a:lnTo>
                  <a:pt x="1458507" y="1174289"/>
                </a:lnTo>
                <a:lnTo>
                  <a:pt x="1458507" y="1179346"/>
                </a:lnTo>
                <a:lnTo>
                  <a:pt x="1459518" y="1185415"/>
                </a:lnTo>
                <a:lnTo>
                  <a:pt x="1460530" y="1190472"/>
                </a:lnTo>
                <a:lnTo>
                  <a:pt x="1462552" y="1195529"/>
                </a:lnTo>
                <a:lnTo>
                  <a:pt x="1465587" y="1199575"/>
                </a:lnTo>
                <a:lnTo>
                  <a:pt x="1468621" y="1203621"/>
                </a:lnTo>
                <a:lnTo>
                  <a:pt x="1555606" y="1290605"/>
                </a:lnTo>
                <a:lnTo>
                  <a:pt x="1555606" y="1290605"/>
                </a:lnTo>
                <a:lnTo>
                  <a:pt x="1560663" y="1296674"/>
                </a:lnTo>
                <a:lnTo>
                  <a:pt x="1564709" y="1304765"/>
                </a:lnTo>
                <a:lnTo>
                  <a:pt x="1566731" y="1311845"/>
                </a:lnTo>
                <a:lnTo>
                  <a:pt x="1567743" y="1319937"/>
                </a:lnTo>
                <a:lnTo>
                  <a:pt x="1567743" y="1319937"/>
                </a:lnTo>
                <a:lnTo>
                  <a:pt x="1566731" y="1329040"/>
                </a:lnTo>
                <a:lnTo>
                  <a:pt x="1564709" y="1336120"/>
                </a:lnTo>
                <a:lnTo>
                  <a:pt x="1560663" y="1344212"/>
                </a:lnTo>
                <a:lnTo>
                  <a:pt x="1555606" y="1350280"/>
                </a:lnTo>
                <a:lnTo>
                  <a:pt x="1351293" y="1554592"/>
                </a:lnTo>
                <a:lnTo>
                  <a:pt x="1351293" y="1554592"/>
                </a:lnTo>
                <a:lnTo>
                  <a:pt x="1344213" y="1559650"/>
                </a:lnTo>
                <a:lnTo>
                  <a:pt x="1337133" y="1563696"/>
                </a:lnTo>
                <a:lnTo>
                  <a:pt x="1329041" y="1566730"/>
                </a:lnTo>
                <a:lnTo>
                  <a:pt x="1320950" y="1566730"/>
                </a:lnTo>
                <a:lnTo>
                  <a:pt x="1320950" y="1566730"/>
                </a:lnTo>
                <a:lnTo>
                  <a:pt x="1312858" y="1566730"/>
                </a:lnTo>
                <a:lnTo>
                  <a:pt x="1304767" y="1563696"/>
                </a:lnTo>
                <a:lnTo>
                  <a:pt x="1297687" y="1559650"/>
                </a:lnTo>
                <a:lnTo>
                  <a:pt x="1291618" y="1554592"/>
                </a:lnTo>
                <a:lnTo>
                  <a:pt x="1204633" y="1468620"/>
                </a:lnTo>
                <a:lnTo>
                  <a:pt x="1204633" y="1468620"/>
                </a:lnTo>
                <a:lnTo>
                  <a:pt x="1200588" y="1464574"/>
                </a:lnTo>
                <a:lnTo>
                  <a:pt x="1195530" y="1461539"/>
                </a:lnTo>
                <a:lnTo>
                  <a:pt x="1190473" y="1459517"/>
                </a:lnTo>
                <a:lnTo>
                  <a:pt x="1185416" y="1458505"/>
                </a:lnTo>
                <a:lnTo>
                  <a:pt x="1180359" y="1457494"/>
                </a:lnTo>
                <a:lnTo>
                  <a:pt x="1175301" y="1458505"/>
                </a:lnTo>
                <a:lnTo>
                  <a:pt x="1170244" y="1459517"/>
                </a:lnTo>
                <a:lnTo>
                  <a:pt x="1165187" y="1461539"/>
                </a:lnTo>
                <a:lnTo>
                  <a:pt x="1165187" y="1461539"/>
                </a:lnTo>
                <a:lnTo>
                  <a:pt x="1139901" y="1473677"/>
                </a:lnTo>
                <a:lnTo>
                  <a:pt x="1114615" y="1484803"/>
                </a:lnTo>
                <a:lnTo>
                  <a:pt x="1088317" y="1494917"/>
                </a:lnTo>
                <a:lnTo>
                  <a:pt x="1062019" y="1504020"/>
                </a:lnTo>
                <a:lnTo>
                  <a:pt x="1062019" y="1504020"/>
                </a:lnTo>
                <a:lnTo>
                  <a:pt x="1056962" y="1506043"/>
                </a:lnTo>
                <a:lnTo>
                  <a:pt x="1052916" y="1509077"/>
                </a:lnTo>
                <a:lnTo>
                  <a:pt x="1047859" y="1512112"/>
                </a:lnTo>
                <a:lnTo>
                  <a:pt x="1044825" y="1516158"/>
                </a:lnTo>
                <a:lnTo>
                  <a:pt x="1041790" y="1521215"/>
                </a:lnTo>
                <a:lnTo>
                  <a:pt x="1039768" y="1525261"/>
                </a:lnTo>
                <a:lnTo>
                  <a:pt x="1038756" y="1530318"/>
                </a:lnTo>
                <a:lnTo>
                  <a:pt x="1038756" y="1536386"/>
                </a:lnTo>
                <a:lnTo>
                  <a:pt x="1038756" y="1659783"/>
                </a:lnTo>
                <a:lnTo>
                  <a:pt x="1038756" y="1659783"/>
                </a:lnTo>
                <a:lnTo>
                  <a:pt x="1037745" y="1667874"/>
                </a:lnTo>
                <a:lnTo>
                  <a:pt x="1034710" y="1675966"/>
                </a:lnTo>
                <a:lnTo>
                  <a:pt x="1030665" y="1683046"/>
                </a:lnTo>
                <a:lnTo>
                  <a:pt x="1025607" y="1689115"/>
                </a:lnTo>
                <a:lnTo>
                  <a:pt x="1019539" y="1694172"/>
                </a:lnTo>
                <a:lnTo>
                  <a:pt x="1012458" y="1698218"/>
                </a:lnTo>
                <a:lnTo>
                  <a:pt x="1004367" y="1701252"/>
                </a:lnTo>
                <a:lnTo>
                  <a:pt x="996275" y="1702264"/>
                </a:lnTo>
                <a:lnTo>
                  <a:pt x="996275" y="1702264"/>
                </a:lnTo>
                <a:close/>
                <a:moveTo>
                  <a:pt x="522918" y="1449402"/>
                </a:moveTo>
                <a:lnTo>
                  <a:pt x="522918" y="1449402"/>
                </a:lnTo>
                <a:lnTo>
                  <a:pt x="532021" y="1450414"/>
                </a:lnTo>
                <a:lnTo>
                  <a:pt x="542136" y="1454459"/>
                </a:lnTo>
                <a:lnTo>
                  <a:pt x="542136" y="1454459"/>
                </a:lnTo>
                <a:lnTo>
                  <a:pt x="566410" y="1466597"/>
                </a:lnTo>
                <a:lnTo>
                  <a:pt x="591697" y="1477723"/>
                </a:lnTo>
                <a:lnTo>
                  <a:pt x="616983" y="1487837"/>
                </a:lnTo>
                <a:lnTo>
                  <a:pt x="643280" y="1495929"/>
                </a:lnTo>
                <a:lnTo>
                  <a:pt x="643280" y="1495929"/>
                </a:lnTo>
                <a:lnTo>
                  <a:pt x="649349" y="1498963"/>
                </a:lnTo>
                <a:lnTo>
                  <a:pt x="655418" y="1501997"/>
                </a:lnTo>
                <a:lnTo>
                  <a:pt x="660475" y="1507055"/>
                </a:lnTo>
                <a:lnTo>
                  <a:pt x="664521" y="1512112"/>
                </a:lnTo>
                <a:lnTo>
                  <a:pt x="667555" y="1517169"/>
                </a:lnTo>
                <a:lnTo>
                  <a:pt x="670589" y="1523238"/>
                </a:lnTo>
                <a:lnTo>
                  <a:pt x="671601" y="1529306"/>
                </a:lnTo>
                <a:lnTo>
                  <a:pt x="672612" y="1536386"/>
                </a:lnTo>
                <a:lnTo>
                  <a:pt x="672612" y="1659783"/>
                </a:lnTo>
                <a:lnTo>
                  <a:pt x="672612" y="1659783"/>
                </a:lnTo>
                <a:lnTo>
                  <a:pt x="673624" y="1666863"/>
                </a:lnTo>
                <a:lnTo>
                  <a:pt x="675647" y="1672932"/>
                </a:lnTo>
                <a:lnTo>
                  <a:pt x="678681" y="1679000"/>
                </a:lnTo>
                <a:lnTo>
                  <a:pt x="682727" y="1684058"/>
                </a:lnTo>
                <a:lnTo>
                  <a:pt x="687784" y="1688103"/>
                </a:lnTo>
                <a:lnTo>
                  <a:pt x="693853" y="1691138"/>
                </a:lnTo>
                <a:lnTo>
                  <a:pt x="699921" y="1693161"/>
                </a:lnTo>
                <a:lnTo>
                  <a:pt x="707001" y="1694172"/>
                </a:lnTo>
                <a:lnTo>
                  <a:pt x="996275" y="1694172"/>
                </a:lnTo>
                <a:lnTo>
                  <a:pt x="996275" y="1694172"/>
                </a:lnTo>
                <a:lnTo>
                  <a:pt x="1003355" y="1693161"/>
                </a:lnTo>
                <a:lnTo>
                  <a:pt x="1009424" y="1691138"/>
                </a:lnTo>
                <a:lnTo>
                  <a:pt x="1015493" y="1688103"/>
                </a:lnTo>
                <a:lnTo>
                  <a:pt x="1020550" y="1684058"/>
                </a:lnTo>
                <a:lnTo>
                  <a:pt x="1024596" y="1679000"/>
                </a:lnTo>
                <a:lnTo>
                  <a:pt x="1027630" y="1672932"/>
                </a:lnTo>
                <a:lnTo>
                  <a:pt x="1029653" y="1666863"/>
                </a:lnTo>
                <a:lnTo>
                  <a:pt x="1030665" y="1659783"/>
                </a:lnTo>
                <a:lnTo>
                  <a:pt x="1030665" y="1536386"/>
                </a:lnTo>
                <a:lnTo>
                  <a:pt x="1030665" y="1536386"/>
                </a:lnTo>
                <a:lnTo>
                  <a:pt x="1030665" y="1529306"/>
                </a:lnTo>
                <a:lnTo>
                  <a:pt x="1032687" y="1523238"/>
                </a:lnTo>
                <a:lnTo>
                  <a:pt x="1034710" y="1517169"/>
                </a:lnTo>
                <a:lnTo>
                  <a:pt x="1038756" y="1512112"/>
                </a:lnTo>
                <a:lnTo>
                  <a:pt x="1042802" y="1507055"/>
                </a:lnTo>
                <a:lnTo>
                  <a:pt x="1047859" y="1501997"/>
                </a:lnTo>
                <a:lnTo>
                  <a:pt x="1052916" y="1498963"/>
                </a:lnTo>
                <a:lnTo>
                  <a:pt x="1059997" y="1495929"/>
                </a:lnTo>
                <a:lnTo>
                  <a:pt x="1059997" y="1495929"/>
                </a:lnTo>
                <a:lnTo>
                  <a:pt x="1085283" y="1487837"/>
                </a:lnTo>
                <a:lnTo>
                  <a:pt x="1111580" y="1477723"/>
                </a:lnTo>
                <a:lnTo>
                  <a:pt x="1136866" y="1466597"/>
                </a:lnTo>
                <a:lnTo>
                  <a:pt x="1161141" y="1454459"/>
                </a:lnTo>
                <a:lnTo>
                  <a:pt x="1161141" y="1454459"/>
                </a:lnTo>
                <a:lnTo>
                  <a:pt x="1167210" y="1451425"/>
                </a:lnTo>
                <a:lnTo>
                  <a:pt x="1174290" y="1450414"/>
                </a:lnTo>
                <a:lnTo>
                  <a:pt x="1180359" y="1449402"/>
                </a:lnTo>
                <a:lnTo>
                  <a:pt x="1186427" y="1450414"/>
                </a:lnTo>
                <a:lnTo>
                  <a:pt x="1193508" y="1451425"/>
                </a:lnTo>
                <a:lnTo>
                  <a:pt x="1199576" y="1454459"/>
                </a:lnTo>
                <a:lnTo>
                  <a:pt x="1205645" y="1458505"/>
                </a:lnTo>
                <a:lnTo>
                  <a:pt x="1210702" y="1462551"/>
                </a:lnTo>
                <a:lnTo>
                  <a:pt x="1296675" y="1549535"/>
                </a:lnTo>
                <a:lnTo>
                  <a:pt x="1296675" y="1549535"/>
                </a:lnTo>
                <a:lnTo>
                  <a:pt x="1301732" y="1553581"/>
                </a:lnTo>
                <a:lnTo>
                  <a:pt x="1307801" y="1556615"/>
                </a:lnTo>
                <a:lnTo>
                  <a:pt x="1314881" y="1558638"/>
                </a:lnTo>
                <a:lnTo>
                  <a:pt x="1320950" y="1558638"/>
                </a:lnTo>
                <a:lnTo>
                  <a:pt x="1320950" y="1558638"/>
                </a:lnTo>
                <a:lnTo>
                  <a:pt x="1328030" y="1558638"/>
                </a:lnTo>
                <a:lnTo>
                  <a:pt x="1334099" y="1556615"/>
                </a:lnTo>
                <a:lnTo>
                  <a:pt x="1340167" y="1553581"/>
                </a:lnTo>
                <a:lnTo>
                  <a:pt x="1345225" y="1549535"/>
                </a:lnTo>
                <a:lnTo>
                  <a:pt x="1549537" y="1344212"/>
                </a:lnTo>
                <a:lnTo>
                  <a:pt x="1549537" y="1344212"/>
                </a:lnTo>
                <a:lnTo>
                  <a:pt x="1554594" y="1339155"/>
                </a:lnTo>
                <a:lnTo>
                  <a:pt x="1557628" y="1333086"/>
                </a:lnTo>
                <a:lnTo>
                  <a:pt x="1559651" y="1327017"/>
                </a:lnTo>
                <a:lnTo>
                  <a:pt x="1559651" y="1319937"/>
                </a:lnTo>
                <a:lnTo>
                  <a:pt x="1559651" y="1319937"/>
                </a:lnTo>
                <a:lnTo>
                  <a:pt x="1559651" y="1313868"/>
                </a:lnTo>
                <a:lnTo>
                  <a:pt x="1557628" y="1307800"/>
                </a:lnTo>
                <a:lnTo>
                  <a:pt x="1554594" y="1301731"/>
                </a:lnTo>
                <a:lnTo>
                  <a:pt x="1549537" y="1296674"/>
                </a:lnTo>
                <a:lnTo>
                  <a:pt x="1463564" y="1209689"/>
                </a:lnTo>
                <a:lnTo>
                  <a:pt x="1463564" y="1209689"/>
                </a:lnTo>
                <a:lnTo>
                  <a:pt x="1458507" y="1204632"/>
                </a:lnTo>
                <a:lnTo>
                  <a:pt x="1455472" y="1198564"/>
                </a:lnTo>
                <a:lnTo>
                  <a:pt x="1452438" y="1192495"/>
                </a:lnTo>
                <a:lnTo>
                  <a:pt x="1451427" y="1186426"/>
                </a:lnTo>
                <a:lnTo>
                  <a:pt x="1450415" y="1179346"/>
                </a:lnTo>
                <a:lnTo>
                  <a:pt x="1451427" y="1173277"/>
                </a:lnTo>
                <a:lnTo>
                  <a:pt x="1452438" y="1166197"/>
                </a:lnTo>
                <a:lnTo>
                  <a:pt x="1455472" y="1160129"/>
                </a:lnTo>
                <a:lnTo>
                  <a:pt x="1455472" y="1160129"/>
                </a:lnTo>
                <a:lnTo>
                  <a:pt x="1466598" y="1135854"/>
                </a:lnTo>
                <a:lnTo>
                  <a:pt x="1477724" y="1110568"/>
                </a:lnTo>
                <a:lnTo>
                  <a:pt x="1487839" y="1085282"/>
                </a:lnTo>
                <a:lnTo>
                  <a:pt x="1496942" y="1058984"/>
                </a:lnTo>
                <a:lnTo>
                  <a:pt x="1496942" y="1058984"/>
                </a:lnTo>
                <a:lnTo>
                  <a:pt x="1499976" y="1052915"/>
                </a:lnTo>
                <a:lnTo>
                  <a:pt x="1503010" y="1046847"/>
                </a:lnTo>
                <a:lnTo>
                  <a:pt x="1507056" y="1041789"/>
                </a:lnTo>
                <a:lnTo>
                  <a:pt x="1512113" y="1037744"/>
                </a:lnTo>
                <a:lnTo>
                  <a:pt x="1518182" y="1033698"/>
                </a:lnTo>
                <a:lnTo>
                  <a:pt x="1524251" y="1031675"/>
                </a:lnTo>
                <a:lnTo>
                  <a:pt x="1530319" y="1029652"/>
                </a:lnTo>
                <a:lnTo>
                  <a:pt x="1536388" y="1029652"/>
                </a:lnTo>
                <a:lnTo>
                  <a:pt x="1660796" y="1029652"/>
                </a:lnTo>
                <a:lnTo>
                  <a:pt x="1660796" y="1029652"/>
                </a:lnTo>
                <a:lnTo>
                  <a:pt x="1666865" y="1028641"/>
                </a:lnTo>
                <a:lnTo>
                  <a:pt x="1673945" y="1026618"/>
                </a:lnTo>
                <a:lnTo>
                  <a:pt x="1679002" y="1023583"/>
                </a:lnTo>
                <a:lnTo>
                  <a:pt x="1684059" y="1019538"/>
                </a:lnTo>
                <a:lnTo>
                  <a:pt x="1688105" y="1014480"/>
                </a:lnTo>
                <a:lnTo>
                  <a:pt x="1692151" y="1008412"/>
                </a:lnTo>
                <a:lnTo>
                  <a:pt x="1694174" y="1002343"/>
                </a:lnTo>
                <a:lnTo>
                  <a:pt x="1694174" y="995263"/>
                </a:lnTo>
                <a:lnTo>
                  <a:pt x="1694174" y="705989"/>
                </a:lnTo>
                <a:lnTo>
                  <a:pt x="1694174" y="705989"/>
                </a:lnTo>
                <a:lnTo>
                  <a:pt x="1694174" y="698909"/>
                </a:lnTo>
                <a:lnTo>
                  <a:pt x="1692151" y="692841"/>
                </a:lnTo>
                <a:lnTo>
                  <a:pt x="1688105" y="686772"/>
                </a:lnTo>
                <a:lnTo>
                  <a:pt x="1684059" y="681715"/>
                </a:lnTo>
                <a:lnTo>
                  <a:pt x="1679002" y="677669"/>
                </a:lnTo>
                <a:lnTo>
                  <a:pt x="1673945" y="674635"/>
                </a:lnTo>
                <a:lnTo>
                  <a:pt x="1666865" y="672612"/>
                </a:lnTo>
                <a:lnTo>
                  <a:pt x="1660796" y="671600"/>
                </a:lnTo>
                <a:lnTo>
                  <a:pt x="1536388" y="671600"/>
                </a:lnTo>
                <a:lnTo>
                  <a:pt x="1536388" y="671600"/>
                </a:lnTo>
                <a:lnTo>
                  <a:pt x="1530319" y="671600"/>
                </a:lnTo>
                <a:lnTo>
                  <a:pt x="1524251" y="669577"/>
                </a:lnTo>
                <a:lnTo>
                  <a:pt x="1518182" y="667554"/>
                </a:lnTo>
                <a:lnTo>
                  <a:pt x="1512113" y="663509"/>
                </a:lnTo>
                <a:lnTo>
                  <a:pt x="1507056" y="659463"/>
                </a:lnTo>
                <a:lnTo>
                  <a:pt x="1503010" y="654406"/>
                </a:lnTo>
                <a:lnTo>
                  <a:pt x="1499976" y="648337"/>
                </a:lnTo>
                <a:lnTo>
                  <a:pt x="1496942" y="642268"/>
                </a:lnTo>
                <a:lnTo>
                  <a:pt x="1496942" y="642268"/>
                </a:lnTo>
                <a:lnTo>
                  <a:pt x="1487839" y="616982"/>
                </a:lnTo>
                <a:lnTo>
                  <a:pt x="1477724" y="590684"/>
                </a:lnTo>
                <a:lnTo>
                  <a:pt x="1466598" y="565398"/>
                </a:lnTo>
                <a:lnTo>
                  <a:pt x="1455472" y="541124"/>
                </a:lnTo>
                <a:lnTo>
                  <a:pt x="1455472" y="541124"/>
                </a:lnTo>
                <a:lnTo>
                  <a:pt x="1452438" y="535055"/>
                </a:lnTo>
                <a:lnTo>
                  <a:pt x="1451427" y="527975"/>
                </a:lnTo>
                <a:lnTo>
                  <a:pt x="1450415" y="521906"/>
                </a:lnTo>
                <a:lnTo>
                  <a:pt x="1451427" y="514826"/>
                </a:lnTo>
                <a:lnTo>
                  <a:pt x="1452438" y="508757"/>
                </a:lnTo>
                <a:lnTo>
                  <a:pt x="1455472" y="502689"/>
                </a:lnTo>
                <a:lnTo>
                  <a:pt x="1458507" y="496620"/>
                </a:lnTo>
                <a:lnTo>
                  <a:pt x="1463564" y="491563"/>
                </a:lnTo>
                <a:lnTo>
                  <a:pt x="1549537" y="405590"/>
                </a:lnTo>
                <a:lnTo>
                  <a:pt x="1549537" y="405590"/>
                </a:lnTo>
                <a:lnTo>
                  <a:pt x="1554594" y="399521"/>
                </a:lnTo>
                <a:lnTo>
                  <a:pt x="1557628" y="394464"/>
                </a:lnTo>
                <a:lnTo>
                  <a:pt x="1559651" y="387384"/>
                </a:lnTo>
                <a:lnTo>
                  <a:pt x="1559651" y="381315"/>
                </a:lnTo>
                <a:lnTo>
                  <a:pt x="1559651" y="381315"/>
                </a:lnTo>
                <a:lnTo>
                  <a:pt x="1559651" y="374235"/>
                </a:lnTo>
                <a:lnTo>
                  <a:pt x="1557628" y="368166"/>
                </a:lnTo>
                <a:lnTo>
                  <a:pt x="1554594" y="362098"/>
                </a:lnTo>
                <a:lnTo>
                  <a:pt x="1549537" y="357040"/>
                </a:lnTo>
                <a:lnTo>
                  <a:pt x="1345225" y="152728"/>
                </a:lnTo>
                <a:lnTo>
                  <a:pt x="1345225" y="152728"/>
                </a:lnTo>
                <a:lnTo>
                  <a:pt x="1340167" y="147671"/>
                </a:lnTo>
                <a:lnTo>
                  <a:pt x="1334099" y="144637"/>
                </a:lnTo>
                <a:lnTo>
                  <a:pt x="1328030" y="142614"/>
                </a:lnTo>
                <a:lnTo>
                  <a:pt x="1320950" y="142614"/>
                </a:lnTo>
                <a:lnTo>
                  <a:pt x="1320950" y="142614"/>
                </a:lnTo>
                <a:lnTo>
                  <a:pt x="1314881" y="142614"/>
                </a:lnTo>
                <a:lnTo>
                  <a:pt x="1307801" y="144637"/>
                </a:lnTo>
                <a:lnTo>
                  <a:pt x="1301732" y="147671"/>
                </a:lnTo>
                <a:lnTo>
                  <a:pt x="1296675" y="152728"/>
                </a:lnTo>
                <a:lnTo>
                  <a:pt x="1210702" y="238701"/>
                </a:lnTo>
                <a:lnTo>
                  <a:pt x="1210702" y="238701"/>
                </a:lnTo>
                <a:lnTo>
                  <a:pt x="1205645" y="243759"/>
                </a:lnTo>
                <a:lnTo>
                  <a:pt x="1199576" y="246793"/>
                </a:lnTo>
                <a:lnTo>
                  <a:pt x="1193508" y="249827"/>
                </a:lnTo>
                <a:lnTo>
                  <a:pt x="1186427" y="250839"/>
                </a:lnTo>
                <a:lnTo>
                  <a:pt x="1180359" y="251850"/>
                </a:lnTo>
                <a:lnTo>
                  <a:pt x="1173279" y="250839"/>
                </a:lnTo>
                <a:lnTo>
                  <a:pt x="1167210" y="249827"/>
                </a:lnTo>
                <a:lnTo>
                  <a:pt x="1161141" y="246793"/>
                </a:lnTo>
                <a:lnTo>
                  <a:pt x="1161141" y="246793"/>
                </a:lnTo>
                <a:lnTo>
                  <a:pt x="1136866" y="234656"/>
                </a:lnTo>
                <a:lnTo>
                  <a:pt x="1111580" y="223530"/>
                </a:lnTo>
                <a:lnTo>
                  <a:pt x="1085283" y="214427"/>
                </a:lnTo>
                <a:lnTo>
                  <a:pt x="1059997" y="205324"/>
                </a:lnTo>
                <a:lnTo>
                  <a:pt x="1059997" y="205324"/>
                </a:lnTo>
                <a:lnTo>
                  <a:pt x="1052916" y="202289"/>
                </a:lnTo>
                <a:lnTo>
                  <a:pt x="1047859" y="199255"/>
                </a:lnTo>
                <a:lnTo>
                  <a:pt x="1042802" y="195209"/>
                </a:lnTo>
                <a:lnTo>
                  <a:pt x="1038756" y="190152"/>
                </a:lnTo>
                <a:lnTo>
                  <a:pt x="1034710" y="184083"/>
                </a:lnTo>
                <a:lnTo>
                  <a:pt x="1032687" y="178015"/>
                </a:lnTo>
                <a:lnTo>
                  <a:pt x="1030665" y="171946"/>
                </a:lnTo>
                <a:lnTo>
                  <a:pt x="1030665" y="164866"/>
                </a:lnTo>
                <a:lnTo>
                  <a:pt x="1030665" y="41469"/>
                </a:lnTo>
                <a:lnTo>
                  <a:pt x="1030665" y="41469"/>
                </a:lnTo>
                <a:lnTo>
                  <a:pt x="1029653" y="35401"/>
                </a:lnTo>
                <a:lnTo>
                  <a:pt x="1027630" y="28321"/>
                </a:lnTo>
                <a:lnTo>
                  <a:pt x="1024596" y="23263"/>
                </a:lnTo>
                <a:lnTo>
                  <a:pt x="1020550" y="18206"/>
                </a:lnTo>
                <a:lnTo>
                  <a:pt x="1015493" y="13149"/>
                </a:lnTo>
                <a:lnTo>
                  <a:pt x="1009424" y="10115"/>
                </a:lnTo>
                <a:lnTo>
                  <a:pt x="1003355" y="8092"/>
                </a:lnTo>
                <a:lnTo>
                  <a:pt x="996275" y="8092"/>
                </a:lnTo>
                <a:lnTo>
                  <a:pt x="707001" y="8092"/>
                </a:lnTo>
                <a:lnTo>
                  <a:pt x="707001" y="8092"/>
                </a:lnTo>
                <a:lnTo>
                  <a:pt x="699921" y="8092"/>
                </a:lnTo>
                <a:lnTo>
                  <a:pt x="693853" y="10115"/>
                </a:lnTo>
                <a:lnTo>
                  <a:pt x="687784" y="13149"/>
                </a:lnTo>
                <a:lnTo>
                  <a:pt x="682727" y="18206"/>
                </a:lnTo>
                <a:lnTo>
                  <a:pt x="678681" y="23263"/>
                </a:lnTo>
                <a:lnTo>
                  <a:pt x="675647" y="28321"/>
                </a:lnTo>
                <a:lnTo>
                  <a:pt x="673624" y="35401"/>
                </a:lnTo>
                <a:lnTo>
                  <a:pt x="672612" y="41469"/>
                </a:lnTo>
                <a:lnTo>
                  <a:pt x="672612" y="164866"/>
                </a:lnTo>
                <a:lnTo>
                  <a:pt x="672612" y="164866"/>
                </a:lnTo>
                <a:lnTo>
                  <a:pt x="671601" y="171946"/>
                </a:lnTo>
                <a:lnTo>
                  <a:pt x="670589" y="178015"/>
                </a:lnTo>
                <a:lnTo>
                  <a:pt x="667555" y="184083"/>
                </a:lnTo>
                <a:lnTo>
                  <a:pt x="664521" y="190152"/>
                </a:lnTo>
                <a:lnTo>
                  <a:pt x="660475" y="195209"/>
                </a:lnTo>
                <a:lnTo>
                  <a:pt x="655418" y="199255"/>
                </a:lnTo>
                <a:lnTo>
                  <a:pt x="649349" y="202289"/>
                </a:lnTo>
                <a:lnTo>
                  <a:pt x="643280" y="205324"/>
                </a:lnTo>
                <a:lnTo>
                  <a:pt x="643280" y="205324"/>
                </a:lnTo>
                <a:lnTo>
                  <a:pt x="616983" y="214427"/>
                </a:lnTo>
                <a:lnTo>
                  <a:pt x="591697" y="223530"/>
                </a:lnTo>
                <a:lnTo>
                  <a:pt x="566410" y="234656"/>
                </a:lnTo>
                <a:lnTo>
                  <a:pt x="542136" y="246793"/>
                </a:lnTo>
                <a:lnTo>
                  <a:pt x="542136" y="246793"/>
                </a:lnTo>
                <a:lnTo>
                  <a:pt x="535055" y="249827"/>
                </a:lnTo>
                <a:lnTo>
                  <a:pt x="528987" y="250839"/>
                </a:lnTo>
                <a:lnTo>
                  <a:pt x="522918" y="251850"/>
                </a:lnTo>
                <a:lnTo>
                  <a:pt x="515838" y="250839"/>
                </a:lnTo>
                <a:lnTo>
                  <a:pt x="509769" y="249827"/>
                </a:lnTo>
                <a:lnTo>
                  <a:pt x="503701" y="246793"/>
                </a:lnTo>
                <a:lnTo>
                  <a:pt x="497632" y="243759"/>
                </a:lnTo>
                <a:lnTo>
                  <a:pt x="492575" y="238701"/>
                </a:lnTo>
                <a:lnTo>
                  <a:pt x="405590" y="152728"/>
                </a:lnTo>
                <a:lnTo>
                  <a:pt x="405590" y="152728"/>
                </a:lnTo>
                <a:lnTo>
                  <a:pt x="400533" y="147671"/>
                </a:lnTo>
                <a:lnTo>
                  <a:pt x="394464" y="144637"/>
                </a:lnTo>
                <a:lnTo>
                  <a:pt x="388396" y="142614"/>
                </a:lnTo>
                <a:lnTo>
                  <a:pt x="381316" y="142614"/>
                </a:lnTo>
                <a:lnTo>
                  <a:pt x="381316" y="142614"/>
                </a:lnTo>
                <a:lnTo>
                  <a:pt x="375247" y="142614"/>
                </a:lnTo>
                <a:lnTo>
                  <a:pt x="369178" y="144637"/>
                </a:lnTo>
                <a:lnTo>
                  <a:pt x="363109" y="147671"/>
                </a:lnTo>
                <a:lnTo>
                  <a:pt x="358052" y="152728"/>
                </a:lnTo>
                <a:lnTo>
                  <a:pt x="152728" y="357040"/>
                </a:lnTo>
                <a:lnTo>
                  <a:pt x="152728" y="357040"/>
                </a:lnTo>
                <a:lnTo>
                  <a:pt x="148683" y="362098"/>
                </a:lnTo>
                <a:lnTo>
                  <a:pt x="145648" y="368166"/>
                </a:lnTo>
                <a:lnTo>
                  <a:pt x="143625" y="374235"/>
                </a:lnTo>
                <a:lnTo>
                  <a:pt x="142614" y="381315"/>
                </a:lnTo>
                <a:lnTo>
                  <a:pt x="143625" y="387384"/>
                </a:lnTo>
                <a:lnTo>
                  <a:pt x="145648" y="393453"/>
                </a:lnTo>
                <a:lnTo>
                  <a:pt x="148683" y="399521"/>
                </a:lnTo>
                <a:lnTo>
                  <a:pt x="152728" y="405590"/>
                </a:lnTo>
                <a:lnTo>
                  <a:pt x="239713" y="491563"/>
                </a:lnTo>
                <a:lnTo>
                  <a:pt x="239713" y="491563"/>
                </a:lnTo>
                <a:lnTo>
                  <a:pt x="243759" y="496620"/>
                </a:lnTo>
                <a:lnTo>
                  <a:pt x="247804" y="502689"/>
                </a:lnTo>
                <a:lnTo>
                  <a:pt x="249827" y="508757"/>
                </a:lnTo>
                <a:lnTo>
                  <a:pt x="251850" y="514826"/>
                </a:lnTo>
                <a:lnTo>
                  <a:pt x="252862" y="521906"/>
                </a:lnTo>
                <a:lnTo>
                  <a:pt x="251850" y="527975"/>
                </a:lnTo>
                <a:lnTo>
                  <a:pt x="250839" y="535055"/>
                </a:lnTo>
                <a:lnTo>
                  <a:pt x="247804" y="541124"/>
                </a:lnTo>
                <a:lnTo>
                  <a:pt x="247804" y="541124"/>
                </a:lnTo>
                <a:lnTo>
                  <a:pt x="235667" y="565398"/>
                </a:lnTo>
                <a:lnTo>
                  <a:pt x="224541" y="590684"/>
                </a:lnTo>
                <a:lnTo>
                  <a:pt x="214427" y="616982"/>
                </a:lnTo>
                <a:lnTo>
                  <a:pt x="205324" y="642268"/>
                </a:lnTo>
                <a:lnTo>
                  <a:pt x="205324" y="642268"/>
                </a:lnTo>
                <a:lnTo>
                  <a:pt x="203301" y="648337"/>
                </a:lnTo>
                <a:lnTo>
                  <a:pt x="199255" y="654406"/>
                </a:lnTo>
                <a:lnTo>
                  <a:pt x="195209" y="659463"/>
                </a:lnTo>
                <a:lnTo>
                  <a:pt x="190152" y="663509"/>
                </a:lnTo>
                <a:lnTo>
                  <a:pt x="185095" y="667554"/>
                </a:lnTo>
                <a:lnTo>
                  <a:pt x="179026" y="669577"/>
                </a:lnTo>
                <a:lnTo>
                  <a:pt x="172957" y="671600"/>
                </a:lnTo>
                <a:lnTo>
                  <a:pt x="165877" y="671600"/>
                </a:lnTo>
                <a:lnTo>
                  <a:pt x="42481" y="671600"/>
                </a:lnTo>
                <a:lnTo>
                  <a:pt x="42481" y="671600"/>
                </a:lnTo>
                <a:lnTo>
                  <a:pt x="35401" y="672612"/>
                </a:lnTo>
                <a:lnTo>
                  <a:pt x="29332" y="674635"/>
                </a:lnTo>
                <a:lnTo>
                  <a:pt x="23263" y="677669"/>
                </a:lnTo>
                <a:lnTo>
                  <a:pt x="18206" y="681715"/>
                </a:lnTo>
                <a:lnTo>
                  <a:pt x="14160" y="686772"/>
                </a:lnTo>
                <a:lnTo>
                  <a:pt x="11126" y="692841"/>
                </a:lnTo>
                <a:lnTo>
                  <a:pt x="9103" y="698909"/>
                </a:lnTo>
                <a:lnTo>
                  <a:pt x="8092" y="705989"/>
                </a:lnTo>
                <a:lnTo>
                  <a:pt x="8092" y="995263"/>
                </a:lnTo>
                <a:lnTo>
                  <a:pt x="8092" y="995263"/>
                </a:lnTo>
                <a:lnTo>
                  <a:pt x="9103" y="1002343"/>
                </a:lnTo>
                <a:lnTo>
                  <a:pt x="11126" y="1008412"/>
                </a:lnTo>
                <a:lnTo>
                  <a:pt x="14160" y="1014480"/>
                </a:lnTo>
                <a:lnTo>
                  <a:pt x="18206" y="1019538"/>
                </a:lnTo>
                <a:lnTo>
                  <a:pt x="23263" y="1023583"/>
                </a:lnTo>
                <a:lnTo>
                  <a:pt x="29332" y="1026618"/>
                </a:lnTo>
                <a:lnTo>
                  <a:pt x="35401" y="1028641"/>
                </a:lnTo>
                <a:lnTo>
                  <a:pt x="42481" y="1029652"/>
                </a:lnTo>
                <a:lnTo>
                  <a:pt x="165877" y="1029652"/>
                </a:lnTo>
                <a:lnTo>
                  <a:pt x="165877" y="1029652"/>
                </a:lnTo>
                <a:lnTo>
                  <a:pt x="172957" y="1029652"/>
                </a:lnTo>
                <a:lnTo>
                  <a:pt x="179026" y="1031675"/>
                </a:lnTo>
                <a:lnTo>
                  <a:pt x="185095" y="1033698"/>
                </a:lnTo>
                <a:lnTo>
                  <a:pt x="190152" y="1037744"/>
                </a:lnTo>
                <a:lnTo>
                  <a:pt x="195209" y="1041789"/>
                </a:lnTo>
                <a:lnTo>
                  <a:pt x="199255" y="1046847"/>
                </a:lnTo>
                <a:lnTo>
                  <a:pt x="203301" y="1052915"/>
                </a:lnTo>
                <a:lnTo>
                  <a:pt x="205324" y="1058984"/>
                </a:lnTo>
                <a:lnTo>
                  <a:pt x="205324" y="1058984"/>
                </a:lnTo>
                <a:lnTo>
                  <a:pt x="214427" y="1085282"/>
                </a:lnTo>
                <a:lnTo>
                  <a:pt x="224541" y="1110568"/>
                </a:lnTo>
                <a:lnTo>
                  <a:pt x="235667" y="1135854"/>
                </a:lnTo>
                <a:lnTo>
                  <a:pt x="247804" y="1160129"/>
                </a:lnTo>
                <a:lnTo>
                  <a:pt x="247804" y="1160129"/>
                </a:lnTo>
                <a:lnTo>
                  <a:pt x="250839" y="1166197"/>
                </a:lnTo>
                <a:lnTo>
                  <a:pt x="251850" y="1173277"/>
                </a:lnTo>
                <a:lnTo>
                  <a:pt x="252862" y="1179346"/>
                </a:lnTo>
                <a:lnTo>
                  <a:pt x="251850" y="1186426"/>
                </a:lnTo>
                <a:lnTo>
                  <a:pt x="249827" y="1192495"/>
                </a:lnTo>
                <a:lnTo>
                  <a:pt x="247804" y="1198564"/>
                </a:lnTo>
                <a:lnTo>
                  <a:pt x="243759" y="1204632"/>
                </a:lnTo>
                <a:lnTo>
                  <a:pt x="239713" y="1209689"/>
                </a:lnTo>
                <a:lnTo>
                  <a:pt x="152728" y="1296674"/>
                </a:lnTo>
                <a:lnTo>
                  <a:pt x="152728" y="1296674"/>
                </a:lnTo>
                <a:lnTo>
                  <a:pt x="148683" y="1301731"/>
                </a:lnTo>
                <a:lnTo>
                  <a:pt x="145648" y="1307800"/>
                </a:lnTo>
                <a:lnTo>
                  <a:pt x="143625" y="1313868"/>
                </a:lnTo>
                <a:lnTo>
                  <a:pt x="142614" y="1319937"/>
                </a:lnTo>
                <a:lnTo>
                  <a:pt x="143625" y="1327017"/>
                </a:lnTo>
                <a:lnTo>
                  <a:pt x="145648" y="1333086"/>
                </a:lnTo>
                <a:lnTo>
                  <a:pt x="148683" y="1339155"/>
                </a:lnTo>
                <a:lnTo>
                  <a:pt x="152728" y="1344212"/>
                </a:lnTo>
                <a:lnTo>
                  <a:pt x="358052" y="1549535"/>
                </a:lnTo>
                <a:lnTo>
                  <a:pt x="358052" y="1549535"/>
                </a:lnTo>
                <a:lnTo>
                  <a:pt x="363109" y="1553581"/>
                </a:lnTo>
                <a:lnTo>
                  <a:pt x="369178" y="1556615"/>
                </a:lnTo>
                <a:lnTo>
                  <a:pt x="375247" y="1558638"/>
                </a:lnTo>
                <a:lnTo>
                  <a:pt x="381316" y="1558638"/>
                </a:lnTo>
                <a:lnTo>
                  <a:pt x="381316" y="1558638"/>
                </a:lnTo>
                <a:lnTo>
                  <a:pt x="388396" y="1558638"/>
                </a:lnTo>
                <a:lnTo>
                  <a:pt x="394464" y="1556615"/>
                </a:lnTo>
                <a:lnTo>
                  <a:pt x="400533" y="1553581"/>
                </a:lnTo>
                <a:lnTo>
                  <a:pt x="405590" y="1549535"/>
                </a:lnTo>
                <a:lnTo>
                  <a:pt x="492575" y="1462551"/>
                </a:lnTo>
                <a:lnTo>
                  <a:pt x="492575" y="1462551"/>
                </a:lnTo>
                <a:lnTo>
                  <a:pt x="499655" y="1457494"/>
                </a:lnTo>
                <a:lnTo>
                  <a:pt x="506735" y="1453448"/>
                </a:lnTo>
                <a:lnTo>
                  <a:pt x="514827" y="1450414"/>
                </a:lnTo>
                <a:lnTo>
                  <a:pt x="522918" y="1449402"/>
                </a:lnTo>
                <a:lnTo>
                  <a:pt x="522918" y="1449402"/>
                </a:lnTo>
                <a:close/>
                <a:moveTo>
                  <a:pt x="851638" y="1275433"/>
                </a:moveTo>
                <a:lnTo>
                  <a:pt x="851638" y="1275433"/>
                </a:lnTo>
                <a:lnTo>
                  <a:pt x="829387" y="1274422"/>
                </a:lnTo>
                <a:lnTo>
                  <a:pt x="808146" y="1273411"/>
                </a:lnTo>
                <a:lnTo>
                  <a:pt x="786906" y="1270376"/>
                </a:lnTo>
                <a:lnTo>
                  <a:pt x="765665" y="1266330"/>
                </a:lnTo>
                <a:lnTo>
                  <a:pt x="745436" y="1262285"/>
                </a:lnTo>
                <a:lnTo>
                  <a:pt x="725208" y="1256216"/>
                </a:lnTo>
                <a:lnTo>
                  <a:pt x="705990" y="1249136"/>
                </a:lnTo>
                <a:lnTo>
                  <a:pt x="686773" y="1242056"/>
                </a:lnTo>
                <a:lnTo>
                  <a:pt x="667555" y="1232953"/>
                </a:lnTo>
                <a:lnTo>
                  <a:pt x="649349" y="1223850"/>
                </a:lnTo>
                <a:lnTo>
                  <a:pt x="631143" y="1213735"/>
                </a:lnTo>
                <a:lnTo>
                  <a:pt x="613948" y="1202609"/>
                </a:lnTo>
                <a:lnTo>
                  <a:pt x="597765" y="1190472"/>
                </a:lnTo>
                <a:lnTo>
                  <a:pt x="581582" y="1178335"/>
                </a:lnTo>
                <a:lnTo>
                  <a:pt x="566410" y="1165186"/>
                </a:lnTo>
                <a:lnTo>
                  <a:pt x="551239" y="1151026"/>
                </a:lnTo>
                <a:lnTo>
                  <a:pt x="537078" y="1135854"/>
                </a:lnTo>
                <a:lnTo>
                  <a:pt x="523930" y="1120682"/>
                </a:lnTo>
                <a:lnTo>
                  <a:pt x="511792" y="1104499"/>
                </a:lnTo>
                <a:lnTo>
                  <a:pt x="499655" y="1088316"/>
                </a:lnTo>
                <a:lnTo>
                  <a:pt x="488529" y="1071121"/>
                </a:lnTo>
                <a:lnTo>
                  <a:pt x="478414" y="1052915"/>
                </a:lnTo>
                <a:lnTo>
                  <a:pt x="469311" y="1034709"/>
                </a:lnTo>
                <a:lnTo>
                  <a:pt x="460208" y="1015492"/>
                </a:lnTo>
                <a:lnTo>
                  <a:pt x="453128" y="996274"/>
                </a:lnTo>
                <a:lnTo>
                  <a:pt x="446048" y="977057"/>
                </a:lnTo>
                <a:lnTo>
                  <a:pt x="439979" y="956828"/>
                </a:lnTo>
                <a:lnTo>
                  <a:pt x="435934" y="936599"/>
                </a:lnTo>
                <a:lnTo>
                  <a:pt x="431888" y="915359"/>
                </a:lnTo>
                <a:lnTo>
                  <a:pt x="428854" y="894118"/>
                </a:lnTo>
                <a:lnTo>
                  <a:pt x="427842" y="872878"/>
                </a:lnTo>
                <a:lnTo>
                  <a:pt x="426831" y="850626"/>
                </a:lnTo>
                <a:lnTo>
                  <a:pt x="426831" y="850626"/>
                </a:lnTo>
                <a:lnTo>
                  <a:pt x="427842" y="829386"/>
                </a:lnTo>
                <a:lnTo>
                  <a:pt x="428854" y="807134"/>
                </a:lnTo>
                <a:lnTo>
                  <a:pt x="431888" y="785894"/>
                </a:lnTo>
                <a:lnTo>
                  <a:pt x="435934" y="765665"/>
                </a:lnTo>
                <a:lnTo>
                  <a:pt x="439979" y="744424"/>
                </a:lnTo>
                <a:lnTo>
                  <a:pt x="446048" y="724195"/>
                </a:lnTo>
                <a:lnTo>
                  <a:pt x="453128" y="704978"/>
                </a:lnTo>
                <a:lnTo>
                  <a:pt x="460208" y="685760"/>
                </a:lnTo>
                <a:lnTo>
                  <a:pt x="469311" y="666543"/>
                </a:lnTo>
                <a:lnTo>
                  <a:pt x="478414" y="648337"/>
                </a:lnTo>
                <a:lnTo>
                  <a:pt x="488529" y="631142"/>
                </a:lnTo>
                <a:lnTo>
                  <a:pt x="499655" y="613948"/>
                </a:lnTo>
                <a:lnTo>
                  <a:pt x="511792" y="596753"/>
                </a:lnTo>
                <a:lnTo>
                  <a:pt x="523930" y="580570"/>
                </a:lnTo>
                <a:lnTo>
                  <a:pt x="537078" y="565398"/>
                </a:lnTo>
                <a:lnTo>
                  <a:pt x="551239" y="550227"/>
                </a:lnTo>
                <a:lnTo>
                  <a:pt x="566410" y="537078"/>
                </a:lnTo>
                <a:lnTo>
                  <a:pt x="581582" y="522918"/>
                </a:lnTo>
                <a:lnTo>
                  <a:pt x="597765" y="510780"/>
                </a:lnTo>
                <a:lnTo>
                  <a:pt x="613948" y="498643"/>
                </a:lnTo>
                <a:lnTo>
                  <a:pt x="631143" y="487517"/>
                </a:lnTo>
                <a:lnTo>
                  <a:pt x="649349" y="477403"/>
                </a:lnTo>
                <a:lnTo>
                  <a:pt x="667555" y="468300"/>
                </a:lnTo>
                <a:lnTo>
                  <a:pt x="686773" y="459197"/>
                </a:lnTo>
                <a:lnTo>
                  <a:pt x="705990" y="452116"/>
                </a:lnTo>
                <a:lnTo>
                  <a:pt x="725208" y="445036"/>
                </a:lnTo>
                <a:lnTo>
                  <a:pt x="745436" y="439979"/>
                </a:lnTo>
                <a:lnTo>
                  <a:pt x="765665" y="434922"/>
                </a:lnTo>
                <a:lnTo>
                  <a:pt x="786906" y="430876"/>
                </a:lnTo>
                <a:lnTo>
                  <a:pt x="808146" y="428853"/>
                </a:lnTo>
                <a:lnTo>
                  <a:pt x="829387" y="426830"/>
                </a:lnTo>
                <a:lnTo>
                  <a:pt x="851638" y="425819"/>
                </a:lnTo>
                <a:lnTo>
                  <a:pt x="851638" y="425819"/>
                </a:lnTo>
                <a:lnTo>
                  <a:pt x="872879" y="426830"/>
                </a:lnTo>
                <a:lnTo>
                  <a:pt x="895131" y="428853"/>
                </a:lnTo>
                <a:lnTo>
                  <a:pt x="916371" y="430876"/>
                </a:lnTo>
                <a:lnTo>
                  <a:pt x="936600" y="434922"/>
                </a:lnTo>
                <a:lnTo>
                  <a:pt x="957840" y="439979"/>
                </a:lnTo>
                <a:lnTo>
                  <a:pt x="977058" y="445036"/>
                </a:lnTo>
                <a:lnTo>
                  <a:pt x="997287" y="452116"/>
                </a:lnTo>
                <a:lnTo>
                  <a:pt x="1016504" y="459197"/>
                </a:lnTo>
                <a:lnTo>
                  <a:pt x="1035722" y="468300"/>
                </a:lnTo>
                <a:lnTo>
                  <a:pt x="1053928" y="477403"/>
                </a:lnTo>
                <a:lnTo>
                  <a:pt x="1071122" y="487517"/>
                </a:lnTo>
                <a:lnTo>
                  <a:pt x="1088317" y="498643"/>
                </a:lnTo>
                <a:lnTo>
                  <a:pt x="1105512" y="510780"/>
                </a:lnTo>
                <a:lnTo>
                  <a:pt x="1121695" y="522918"/>
                </a:lnTo>
                <a:lnTo>
                  <a:pt x="1136866" y="537078"/>
                </a:lnTo>
                <a:lnTo>
                  <a:pt x="1151027" y="550227"/>
                </a:lnTo>
                <a:lnTo>
                  <a:pt x="1165187" y="565398"/>
                </a:lnTo>
                <a:lnTo>
                  <a:pt x="1179347" y="580570"/>
                </a:lnTo>
                <a:lnTo>
                  <a:pt x="1191485" y="596753"/>
                </a:lnTo>
                <a:lnTo>
                  <a:pt x="1203622" y="613948"/>
                </a:lnTo>
                <a:lnTo>
                  <a:pt x="1214748" y="631142"/>
                </a:lnTo>
                <a:lnTo>
                  <a:pt x="1224862" y="648337"/>
                </a:lnTo>
                <a:lnTo>
                  <a:pt x="1233965" y="666543"/>
                </a:lnTo>
                <a:lnTo>
                  <a:pt x="1242057" y="685760"/>
                </a:lnTo>
                <a:lnTo>
                  <a:pt x="1250149" y="704978"/>
                </a:lnTo>
                <a:lnTo>
                  <a:pt x="1257229" y="724195"/>
                </a:lnTo>
                <a:lnTo>
                  <a:pt x="1262286" y="744424"/>
                </a:lnTo>
                <a:lnTo>
                  <a:pt x="1267343" y="765665"/>
                </a:lnTo>
                <a:lnTo>
                  <a:pt x="1271389" y="785894"/>
                </a:lnTo>
                <a:lnTo>
                  <a:pt x="1273412" y="807134"/>
                </a:lnTo>
                <a:lnTo>
                  <a:pt x="1275435" y="829386"/>
                </a:lnTo>
                <a:lnTo>
                  <a:pt x="1275435" y="850626"/>
                </a:lnTo>
                <a:lnTo>
                  <a:pt x="1275435" y="850626"/>
                </a:lnTo>
                <a:lnTo>
                  <a:pt x="1275435" y="872878"/>
                </a:lnTo>
                <a:lnTo>
                  <a:pt x="1273412" y="894118"/>
                </a:lnTo>
                <a:lnTo>
                  <a:pt x="1271389" y="915359"/>
                </a:lnTo>
                <a:lnTo>
                  <a:pt x="1267343" y="936599"/>
                </a:lnTo>
                <a:lnTo>
                  <a:pt x="1262286" y="956828"/>
                </a:lnTo>
                <a:lnTo>
                  <a:pt x="1257229" y="977057"/>
                </a:lnTo>
                <a:lnTo>
                  <a:pt x="1250149" y="996274"/>
                </a:lnTo>
                <a:lnTo>
                  <a:pt x="1242057" y="1015492"/>
                </a:lnTo>
                <a:lnTo>
                  <a:pt x="1233965" y="1034709"/>
                </a:lnTo>
                <a:lnTo>
                  <a:pt x="1224862" y="1052915"/>
                </a:lnTo>
                <a:lnTo>
                  <a:pt x="1214748" y="1071121"/>
                </a:lnTo>
                <a:lnTo>
                  <a:pt x="1203622" y="1088316"/>
                </a:lnTo>
                <a:lnTo>
                  <a:pt x="1191485" y="1104499"/>
                </a:lnTo>
                <a:lnTo>
                  <a:pt x="1179347" y="1120682"/>
                </a:lnTo>
                <a:lnTo>
                  <a:pt x="1165187" y="1135854"/>
                </a:lnTo>
                <a:lnTo>
                  <a:pt x="1151027" y="1151026"/>
                </a:lnTo>
                <a:lnTo>
                  <a:pt x="1136866" y="1165186"/>
                </a:lnTo>
                <a:lnTo>
                  <a:pt x="1121695" y="1178335"/>
                </a:lnTo>
                <a:lnTo>
                  <a:pt x="1105512" y="1190472"/>
                </a:lnTo>
                <a:lnTo>
                  <a:pt x="1088317" y="1202609"/>
                </a:lnTo>
                <a:lnTo>
                  <a:pt x="1071122" y="1213735"/>
                </a:lnTo>
                <a:lnTo>
                  <a:pt x="1053928" y="1223850"/>
                </a:lnTo>
                <a:lnTo>
                  <a:pt x="1035722" y="1232953"/>
                </a:lnTo>
                <a:lnTo>
                  <a:pt x="1016504" y="1242056"/>
                </a:lnTo>
                <a:lnTo>
                  <a:pt x="997287" y="1249136"/>
                </a:lnTo>
                <a:lnTo>
                  <a:pt x="977058" y="1256216"/>
                </a:lnTo>
                <a:lnTo>
                  <a:pt x="957840" y="1262285"/>
                </a:lnTo>
                <a:lnTo>
                  <a:pt x="936600" y="1266330"/>
                </a:lnTo>
                <a:lnTo>
                  <a:pt x="916371" y="1270376"/>
                </a:lnTo>
                <a:lnTo>
                  <a:pt x="895131" y="1273411"/>
                </a:lnTo>
                <a:lnTo>
                  <a:pt x="872879" y="1274422"/>
                </a:lnTo>
                <a:lnTo>
                  <a:pt x="851638" y="1275433"/>
                </a:lnTo>
                <a:lnTo>
                  <a:pt x="851638" y="1275433"/>
                </a:lnTo>
                <a:close/>
                <a:moveTo>
                  <a:pt x="851638" y="433910"/>
                </a:moveTo>
                <a:lnTo>
                  <a:pt x="851638" y="433910"/>
                </a:lnTo>
                <a:lnTo>
                  <a:pt x="830398" y="434922"/>
                </a:lnTo>
                <a:lnTo>
                  <a:pt x="809158" y="436945"/>
                </a:lnTo>
                <a:lnTo>
                  <a:pt x="787917" y="438968"/>
                </a:lnTo>
                <a:lnTo>
                  <a:pt x="767688" y="443013"/>
                </a:lnTo>
                <a:lnTo>
                  <a:pt x="747459" y="447059"/>
                </a:lnTo>
                <a:lnTo>
                  <a:pt x="727230" y="453128"/>
                </a:lnTo>
                <a:lnTo>
                  <a:pt x="708013" y="459197"/>
                </a:lnTo>
                <a:lnTo>
                  <a:pt x="689807" y="467288"/>
                </a:lnTo>
                <a:lnTo>
                  <a:pt x="670589" y="475380"/>
                </a:lnTo>
                <a:lnTo>
                  <a:pt x="653395" y="484483"/>
                </a:lnTo>
                <a:lnTo>
                  <a:pt x="635189" y="494597"/>
                </a:lnTo>
                <a:lnTo>
                  <a:pt x="619006" y="505723"/>
                </a:lnTo>
                <a:lnTo>
                  <a:pt x="602822" y="516849"/>
                </a:lnTo>
                <a:lnTo>
                  <a:pt x="586639" y="529998"/>
                </a:lnTo>
                <a:lnTo>
                  <a:pt x="571468" y="542135"/>
                </a:lnTo>
                <a:lnTo>
                  <a:pt x="557307" y="556295"/>
                </a:lnTo>
                <a:lnTo>
                  <a:pt x="543147" y="570456"/>
                </a:lnTo>
                <a:lnTo>
                  <a:pt x="529998" y="585627"/>
                </a:lnTo>
                <a:lnTo>
                  <a:pt x="517861" y="601810"/>
                </a:lnTo>
                <a:lnTo>
                  <a:pt x="505724" y="617994"/>
                </a:lnTo>
                <a:lnTo>
                  <a:pt x="495609" y="635188"/>
                </a:lnTo>
                <a:lnTo>
                  <a:pt x="485495" y="652383"/>
                </a:lnTo>
                <a:lnTo>
                  <a:pt x="476392" y="670589"/>
                </a:lnTo>
                <a:lnTo>
                  <a:pt x="467289" y="688795"/>
                </a:lnTo>
                <a:lnTo>
                  <a:pt x="460208" y="708012"/>
                </a:lnTo>
                <a:lnTo>
                  <a:pt x="454140" y="727230"/>
                </a:lnTo>
                <a:lnTo>
                  <a:pt x="448071" y="746447"/>
                </a:lnTo>
                <a:lnTo>
                  <a:pt x="443014" y="766676"/>
                </a:lnTo>
                <a:lnTo>
                  <a:pt x="439979" y="786905"/>
                </a:lnTo>
                <a:lnTo>
                  <a:pt x="436945" y="808145"/>
                </a:lnTo>
                <a:lnTo>
                  <a:pt x="435934" y="829386"/>
                </a:lnTo>
                <a:lnTo>
                  <a:pt x="434922" y="850626"/>
                </a:lnTo>
                <a:lnTo>
                  <a:pt x="434922" y="850626"/>
                </a:lnTo>
                <a:lnTo>
                  <a:pt x="435934" y="871866"/>
                </a:lnTo>
                <a:lnTo>
                  <a:pt x="436945" y="893107"/>
                </a:lnTo>
                <a:lnTo>
                  <a:pt x="439979" y="914347"/>
                </a:lnTo>
                <a:lnTo>
                  <a:pt x="443014" y="934576"/>
                </a:lnTo>
                <a:lnTo>
                  <a:pt x="448071" y="954805"/>
                </a:lnTo>
                <a:lnTo>
                  <a:pt x="454140" y="974023"/>
                </a:lnTo>
                <a:lnTo>
                  <a:pt x="460208" y="994251"/>
                </a:lnTo>
                <a:lnTo>
                  <a:pt x="467289" y="1012457"/>
                </a:lnTo>
                <a:lnTo>
                  <a:pt x="476392" y="1030663"/>
                </a:lnTo>
                <a:lnTo>
                  <a:pt x="485495" y="1048870"/>
                </a:lnTo>
                <a:lnTo>
                  <a:pt x="495609" y="1066064"/>
                </a:lnTo>
                <a:lnTo>
                  <a:pt x="505724" y="1083259"/>
                </a:lnTo>
                <a:lnTo>
                  <a:pt x="517861" y="1099442"/>
                </a:lnTo>
                <a:lnTo>
                  <a:pt x="529998" y="1115625"/>
                </a:lnTo>
                <a:lnTo>
                  <a:pt x="543147" y="1130797"/>
                </a:lnTo>
                <a:lnTo>
                  <a:pt x="557307" y="1144957"/>
                </a:lnTo>
                <a:lnTo>
                  <a:pt x="571468" y="1159117"/>
                </a:lnTo>
                <a:lnTo>
                  <a:pt x="586639" y="1172266"/>
                </a:lnTo>
                <a:lnTo>
                  <a:pt x="602822" y="1184403"/>
                </a:lnTo>
                <a:lnTo>
                  <a:pt x="619006" y="1195529"/>
                </a:lnTo>
                <a:lnTo>
                  <a:pt x="635189" y="1206655"/>
                </a:lnTo>
                <a:lnTo>
                  <a:pt x="653395" y="1216770"/>
                </a:lnTo>
                <a:lnTo>
                  <a:pt x="670589" y="1225873"/>
                </a:lnTo>
                <a:lnTo>
                  <a:pt x="689807" y="1233964"/>
                </a:lnTo>
                <a:lnTo>
                  <a:pt x="708013" y="1242056"/>
                </a:lnTo>
                <a:lnTo>
                  <a:pt x="727230" y="1248124"/>
                </a:lnTo>
                <a:lnTo>
                  <a:pt x="747459" y="1254193"/>
                </a:lnTo>
                <a:lnTo>
                  <a:pt x="767688" y="1258239"/>
                </a:lnTo>
                <a:lnTo>
                  <a:pt x="787917" y="1262285"/>
                </a:lnTo>
                <a:lnTo>
                  <a:pt x="809158" y="1265319"/>
                </a:lnTo>
                <a:lnTo>
                  <a:pt x="830398" y="1266330"/>
                </a:lnTo>
                <a:lnTo>
                  <a:pt x="851638" y="1267342"/>
                </a:lnTo>
                <a:lnTo>
                  <a:pt x="851638" y="1267342"/>
                </a:lnTo>
                <a:lnTo>
                  <a:pt x="872879" y="1266330"/>
                </a:lnTo>
                <a:lnTo>
                  <a:pt x="894119" y="1265319"/>
                </a:lnTo>
                <a:lnTo>
                  <a:pt x="914348" y="1262285"/>
                </a:lnTo>
                <a:lnTo>
                  <a:pt x="935589" y="1258239"/>
                </a:lnTo>
                <a:lnTo>
                  <a:pt x="955817" y="1254193"/>
                </a:lnTo>
                <a:lnTo>
                  <a:pt x="975035" y="1248124"/>
                </a:lnTo>
                <a:lnTo>
                  <a:pt x="994252" y="1242056"/>
                </a:lnTo>
                <a:lnTo>
                  <a:pt x="1013470" y="1233964"/>
                </a:lnTo>
                <a:lnTo>
                  <a:pt x="1031676" y="1225873"/>
                </a:lnTo>
                <a:lnTo>
                  <a:pt x="1049882" y="1216770"/>
                </a:lnTo>
                <a:lnTo>
                  <a:pt x="1067077" y="1206655"/>
                </a:lnTo>
                <a:lnTo>
                  <a:pt x="1084271" y="1195529"/>
                </a:lnTo>
                <a:lnTo>
                  <a:pt x="1100454" y="1184403"/>
                </a:lnTo>
                <a:lnTo>
                  <a:pt x="1116638" y="1172266"/>
                </a:lnTo>
                <a:lnTo>
                  <a:pt x="1130798" y="1159117"/>
                </a:lnTo>
                <a:lnTo>
                  <a:pt x="1145970" y="1144957"/>
                </a:lnTo>
                <a:lnTo>
                  <a:pt x="1159118" y="1130797"/>
                </a:lnTo>
                <a:lnTo>
                  <a:pt x="1172267" y="1115625"/>
                </a:lnTo>
                <a:lnTo>
                  <a:pt x="1185416" y="1099442"/>
                </a:lnTo>
                <a:lnTo>
                  <a:pt x="1196542" y="1083259"/>
                </a:lnTo>
                <a:lnTo>
                  <a:pt x="1207668" y="1066064"/>
                </a:lnTo>
                <a:lnTo>
                  <a:pt x="1217782" y="1048870"/>
                </a:lnTo>
                <a:lnTo>
                  <a:pt x="1226885" y="1030663"/>
                </a:lnTo>
                <a:lnTo>
                  <a:pt x="1234977" y="1012457"/>
                </a:lnTo>
                <a:lnTo>
                  <a:pt x="1242057" y="994251"/>
                </a:lnTo>
                <a:lnTo>
                  <a:pt x="1249137" y="974023"/>
                </a:lnTo>
                <a:lnTo>
                  <a:pt x="1255206" y="954805"/>
                </a:lnTo>
                <a:lnTo>
                  <a:pt x="1259252" y="934576"/>
                </a:lnTo>
                <a:lnTo>
                  <a:pt x="1263297" y="914347"/>
                </a:lnTo>
                <a:lnTo>
                  <a:pt x="1265320" y="893107"/>
                </a:lnTo>
                <a:lnTo>
                  <a:pt x="1267343" y="871866"/>
                </a:lnTo>
                <a:lnTo>
                  <a:pt x="1267343" y="850626"/>
                </a:lnTo>
                <a:lnTo>
                  <a:pt x="1267343" y="850626"/>
                </a:lnTo>
                <a:lnTo>
                  <a:pt x="1267343" y="829386"/>
                </a:lnTo>
                <a:lnTo>
                  <a:pt x="1265320" y="808145"/>
                </a:lnTo>
                <a:lnTo>
                  <a:pt x="1263297" y="786905"/>
                </a:lnTo>
                <a:lnTo>
                  <a:pt x="1259252" y="766676"/>
                </a:lnTo>
                <a:lnTo>
                  <a:pt x="1255206" y="746447"/>
                </a:lnTo>
                <a:lnTo>
                  <a:pt x="1249137" y="727230"/>
                </a:lnTo>
                <a:lnTo>
                  <a:pt x="1242057" y="708012"/>
                </a:lnTo>
                <a:lnTo>
                  <a:pt x="1234977" y="688795"/>
                </a:lnTo>
                <a:lnTo>
                  <a:pt x="1226885" y="670589"/>
                </a:lnTo>
                <a:lnTo>
                  <a:pt x="1217782" y="652383"/>
                </a:lnTo>
                <a:lnTo>
                  <a:pt x="1207668" y="635188"/>
                </a:lnTo>
                <a:lnTo>
                  <a:pt x="1196542" y="617994"/>
                </a:lnTo>
                <a:lnTo>
                  <a:pt x="1185416" y="601810"/>
                </a:lnTo>
                <a:lnTo>
                  <a:pt x="1172267" y="585627"/>
                </a:lnTo>
                <a:lnTo>
                  <a:pt x="1159118" y="570456"/>
                </a:lnTo>
                <a:lnTo>
                  <a:pt x="1145970" y="556295"/>
                </a:lnTo>
                <a:lnTo>
                  <a:pt x="1130798" y="542135"/>
                </a:lnTo>
                <a:lnTo>
                  <a:pt x="1116638" y="529998"/>
                </a:lnTo>
                <a:lnTo>
                  <a:pt x="1100454" y="516849"/>
                </a:lnTo>
                <a:lnTo>
                  <a:pt x="1084271" y="505723"/>
                </a:lnTo>
                <a:lnTo>
                  <a:pt x="1067077" y="494597"/>
                </a:lnTo>
                <a:lnTo>
                  <a:pt x="1049882" y="484483"/>
                </a:lnTo>
                <a:lnTo>
                  <a:pt x="1031676" y="475380"/>
                </a:lnTo>
                <a:lnTo>
                  <a:pt x="1013470" y="467288"/>
                </a:lnTo>
                <a:lnTo>
                  <a:pt x="994252" y="459197"/>
                </a:lnTo>
                <a:lnTo>
                  <a:pt x="975035" y="453128"/>
                </a:lnTo>
                <a:lnTo>
                  <a:pt x="955817" y="447059"/>
                </a:lnTo>
                <a:lnTo>
                  <a:pt x="935589" y="443013"/>
                </a:lnTo>
                <a:lnTo>
                  <a:pt x="914348" y="438968"/>
                </a:lnTo>
                <a:lnTo>
                  <a:pt x="894119" y="436945"/>
                </a:lnTo>
                <a:lnTo>
                  <a:pt x="872879" y="434922"/>
                </a:lnTo>
                <a:lnTo>
                  <a:pt x="851638" y="433910"/>
                </a:lnTo>
                <a:lnTo>
                  <a:pt x="851638" y="433910"/>
                </a:lnTo>
                <a:close/>
              </a:path>
            </a:pathLst>
          </a:custGeom>
          <a:solidFill>
            <a:srgbClr val="D8D8D8"/>
          </a:solidFill>
          <a:ln cap="flat" cmpd="sng" w="9525">
            <a:solidFill>
              <a:srgbClr val="174D9D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-1297859" y="4988719"/>
            <a:ext cx="6271882" cy="6271882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2226698" y="733359"/>
            <a:ext cx="13834603" cy="2720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183515" rtl="0" algn="l">
              <a:lnSpc>
                <a:spcPct val="100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8800">
                <a:solidFill>
                  <a:srgbClr val="174D9D"/>
                </a:solidFill>
                <a:latin typeface="Poppins"/>
                <a:ea typeface="Poppins"/>
                <a:cs typeface="Poppins"/>
                <a:sym typeface="Poppins"/>
              </a:rPr>
              <a:t>Ключевые функции и модули</a:t>
            </a:r>
            <a:endParaRPr b="1" sz="8800">
              <a:solidFill>
                <a:srgbClr val="174D9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1838082" y="3453976"/>
            <a:ext cx="16582029" cy="5964838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285750" lvl="0" marL="2857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Arial"/>
              <a:buChar char="•"/>
            </a:pPr>
            <a:r>
              <a:rPr b="0" lang="ru-RU" sz="4000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  <a:t>Главная страница и навигация.</a:t>
            </a:r>
            <a:endParaRPr/>
          </a:p>
          <a:p>
            <a:pPr indent="-285750" lvl="0" marL="2857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Arial"/>
              <a:buChar char="•"/>
            </a:pPr>
            <a:r>
              <a:rPr b="0" lang="ru-RU" sz="4000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  <a:t>Каталог товаров (категории, фильтры, сортировка).</a:t>
            </a:r>
            <a:endParaRPr/>
          </a:p>
          <a:p>
            <a:pPr indent="-285750" lvl="0" marL="2857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Arial"/>
              <a:buChar char="•"/>
            </a:pPr>
            <a:r>
              <a:rPr b="0" lang="ru-RU" sz="4000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  <a:t>Поиск товаров.</a:t>
            </a:r>
            <a:endParaRPr/>
          </a:p>
          <a:p>
            <a:pPr indent="-285750" lvl="0" marL="2857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Arial"/>
              <a:buChar char="•"/>
            </a:pPr>
            <a:r>
              <a:rPr b="0" lang="ru-RU" sz="4000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  <a:t>Карточка товара.</a:t>
            </a:r>
            <a:endParaRPr/>
          </a:p>
          <a:p>
            <a:pPr indent="-285750" lvl="0" marL="2857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Arial"/>
              <a:buChar char="•"/>
            </a:pPr>
            <a:r>
              <a:rPr b="0" lang="ru-RU" sz="4000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  <a:t>Корзина покупок.</a:t>
            </a:r>
            <a:endParaRPr/>
          </a:p>
          <a:p>
            <a:pPr indent="-285750" lvl="0" marL="2857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Arial"/>
              <a:buChar char="•"/>
            </a:pPr>
            <a:r>
              <a:rPr b="0" lang="ru-RU" sz="4000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  <a:t>Оформление заказа (неавторизованный и авторизованный пользователь).</a:t>
            </a:r>
            <a:endParaRPr/>
          </a:p>
          <a:p>
            <a:pPr indent="-285750" lvl="0" marL="2857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Arial"/>
              <a:buChar char="•"/>
            </a:pPr>
            <a:r>
              <a:rPr b="0" lang="ru-RU" sz="4000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  <a:t>Личный кабинет (регистрация, авторизация, история заказов)</a:t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17015500" y="9309219"/>
            <a:ext cx="1272500" cy="1272750"/>
          </a:xfrm>
          <a:custGeom>
            <a:rect b="b" l="l" r="r" t="t"/>
            <a:pathLst>
              <a:path extrusionOk="0" h="1694172" w="1694174">
                <a:moveTo>
                  <a:pt x="1655739" y="663508"/>
                </a:moveTo>
                <a:lnTo>
                  <a:pt x="1532342" y="663508"/>
                </a:lnTo>
                <a:lnTo>
                  <a:pt x="1532342" y="663508"/>
                </a:lnTo>
                <a:lnTo>
                  <a:pt x="1526273" y="663508"/>
                </a:lnTo>
                <a:lnTo>
                  <a:pt x="1520205" y="661485"/>
                </a:lnTo>
                <a:lnTo>
                  <a:pt x="1515147" y="659463"/>
                </a:lnTo>
                <a:lnTo>
                  <a:pt x="1510090" y="656428"/>
                </a:lnTo>
                <a:lnTo>
                  <a:pt x="1506044" y="652382"/>
                </a:lnTo>
                <a:lnTo>
                  <a:pt x="1501999" y="648337"/>
                </a:lnTo>
                <a:lnTo>
                  <a:pt x="1498964" y="643279"/>
                </a:lnTo>
                <a:lnTo>
                  <a:pt x="1495930" y="637211"/>
                </a:lnTo>
                <a:lnTo>
                  <a:pt x="1495930" y="637211"/>
                </a:lnTo>
                <a:lnTo>
                  <a:pt x="1486827" y="610913"/>
                </a:lnTo>
                <a:lnTo>
                  <a:pt x="1476712" y="584616"/>
                </a:lnTo>
                <a:lnTo>
                  <a:pt x="1466598" y="560341"/>
                </a:lnTo>
                <a:lnTo>
                  <a:pt x="1454461" y="535055"/>
                </a:lnTo>
                <a:lnTo>
                  <a:pt x="1454461" y="535055"/>
                </a:lnTo>
                <a:lnTo>
                  <a:pt x="1451426" y="528986"/>
                </a:lnTo>
                <a:lnTo>
                  <a:pt x="1450415" y="523929"/>
                </a:lnTo>
                <a:lnTo>
                  <a:pt x="1450415" y="517860"/>
                </a:lnTo>
                <a:lnTo>
                  <a:pt x="1450415" y="511791"/>
                </a:lnTo>
                <a:lnTo>
                  <a:pt x="1452438" y="505723"/>
                </a:lnTo>
                <a:lnTo>
                  <a:pt x="1454461" y="500666"/>
                </a:lnTo>
                <a:lnTo>
                  <a:pt x="1457495" y="495608"/>
                </a:lnTo>
                <a:lnTo>
                  <a:pt x="1461541" y="490551"/>
                </a:lnTo>
                <a:lnTo>
                  <a:pt x="1548525" y="403567"/>
                </a:lnTo>
                <a:lnTo>
                  <a:pt x="1548525" y="403567"/>
                </a:lnTo>
                <a:lnTo>
                  <a:pt x="1552571" y="397498"/>
                </a:lnTo>
                <a:lnTo>
                  <a:pt x="1556617" y="391429"/>
                </a:lnTo>
                <a:lnTo>
                  <a:pt x="1558640" y="384349"/>
                </a:lnTo>
                <a:lnTo>
                  <a:pt x="1559651" y="377269"/>
                </a:lnTo>
                <a:lnTo>
                  <a:pt x="1558640" y="370189"/>
                </a:lnTo>
                <a:lnTo>
                  <a:pt x="1556617" y="363109"/>
                </a:lnTo>
                <a:lnTo>
                  <a:pt x="1552571" y="356029"/>
                </a:lnTo>
                <a:lnTo>
                  <a:pt x="1548525" y="349960"/>
                </a:lnTo>
                <a:lnTo>
                  <a:pt x="1343201" y="145648"/>
                </a:lnTo>
                <a:lnTo>
                  <a:pt x="1343201" y="145648"/>
                </a:lnTo>
                <a:lnTo>
                  <a:pt x="1337133" y="140591"/>
                </a:lnTo>
                <a:lnTo>
                  <a:pt x="1331064" y="136545"/>
                </a:lnTo>
                <a:lnTo>
                  <a:pt x="1323984" y="134522"/>
                </a:lnTo>
                <a:lnTo>
                  <a:pt x="1316904" y="134522"/>
                </a:lnTo>
                <a:lnTo>
                  <a:pt x="1308812" y="134522"/>
                </a:lnTo>
                <a:lnTo>
                  <a:pt x="1301732" y="136545"/>
                </a:lnTo>
                <a:lnTo>
                  <a:pt x="1295663" y="140591"/>
                </a:lnTo>
                <a:lnTo>
                  <a:pt x="1289595" y="145648"/>
                </a:lnTo>
                <a:lnTo>
                  <a:pt x="1202610" y="231621"/>
                </a:lnTo>
                <a:lnTo>
                  <a:pt x="1202610" y="231621"/>
                </a:lnTo>
                <a:lnTo>
                  <a:pt x="1198565" y="235667"/>
                </a:lnTo>
                <a:lnTo>
                  <a:pt x="1193507" y="239713"/>
                </a:lnTo>
                <a:lnTo>
                  <a:pt x="1187439" y="241735"/>
                </a:lnTo>
                <a:lnTo>
                  <a:pt x="1181370" y="242747"/>
                </a:lnTo>
                <a:lnTo>
                  <a:pt x="1176313" y="243758"/>
                </a:lnTo>
                <a:lnTo>
                  <a:pt x="1170244" y="242747"/>
                </a:lnTo>
                <a:lnTo>
                  <a:pt x="1164175" y="241735"/>
                </a:lnTo>
                <a:lnTo>
                  <a:pt x="1158107" y="239713"/>
                </a:lnTo>
                <a:lnTo>
                  <a:pt x="1158107" y="239713"/>
                </a:lnTo>
                <a:lnTo>
                  <a:pt x="1133832" y="227575"/>
                </a:lnTo>
                <a:lnTo>
                  <a:pt x="1108546" y="216449"/>
                </a:lnTo>
                <a:lnTo>
                  <a:pt x="1082248" y="206335"/>
                </a:lnTo>
                <a:lnTo>
                  <a:pt x="1055950" y="197232"/>
                </a:lnTo>
                <a:lnTo>
                  <a:pt x="1055950" y="197232"/>
                </a:lnTo>
                <a:lnTo>
                  <a:pt x="1050893" y="195209"/>
                </a:lnTo>
                <a:lnTo>
                  <a:pt x="1045836" y="192175"/>
                </a:lnTo>
                <a:lnTo>
                  <a:pt x="1040779" y="188129"/>
                </a:lnTo>
                <a:lnTo>
                  <a:pt x="1036733" y="183072"/>
                </a:lnTo>
                <a:lnTo>
                  <a:pt x="1033699" y="179026"/>
                </a:lnTo>
                <a:lnTo>
                  <a:pt x="1031676" y="172957"/>
                </a:lnTo>
                <a:lnTo>
                  <a:pt x="1029653" y="166888"/>
                </a:lnTo>
                <a:lnTo>
                  <a:pt x="1029653" y="160820"/>
                </a:lnTo>
                <a:lnTo>
                  <a:pt x="1029653" y="37423"/>
                </a:lnTo>
                <a:lnTo>
                  <a:pt x="1029653" y="37423"/>
                </a:lnTo>
                <a:lnTo>
                  <a:pt x="1028641" y="30343"/>
                </a:lnTo>
                <a:lnTo>
                  <a:pt x="1026619" y="23263"/>
                </a:lnTo>
                <a:lnTo>
                  <a:pt x="1023584" y="16183"/>
                </a:lnTo>
                <a:lnTo>
                  <a:pt x="1018527" y="11126"/>
                </a:lnTo>
                <a:lnTo>
                  <a:pt x="1012458" y="6069"/>
                </a:lnTo>
                <a:lnTo>
                  <a:pt x="1006390" y="3034"/>
                </a:lnTo>
                <a:lnTo>
                  <a:pt x="999309" y="0"/>
                </a:lnTo>
                <a:lnTo>
                  <a:pt x="991218" y="0"/>
                </a:lnTo>
                <a:lnTo>
                  <a:pt x="701944" y="0"/>
                </a:lnTo>
                <a:lnTo>
                  <a:pt x="701944" y="0"/>
                </a:lnTo>
                <a:lnTo>
                  <a:pt x="694864" y="0"/>
                </a:lnTo>
                <a:lnTo>
                  <a:pt x="686772" y="3034"/>
                </a:lnTo>
                <a:lnTo>
                  <a:pt x="680704" y="6069"/>
                </a:lnTo>
                <a:lnTo>
                  <a:pt x="675646" y="11126"/>
                </a:lnTo>
                <a:lnTo>
                  <a:pt x="670589" y="16183"/>
                </a:lnTo>
                <a:lnTo>
                  <a:pt x="666543" y="23263"/>
                </a:lnTo>
                <a:lnTo>
                  <a:pt x="664520" y="30343"/>
                </a:lnTo>
                <a:lnTo>
                  <a:pt x="663509" y="37423"/>
                </a:lnTo>
                <a:lnTo>
                  <a:pt x="663509" y="160820"/>
                </a:lnTo>
                <a:lnTo>
                  <a:pt x="663509" y="160820"/>
                </a:lnTo>
                <a:lnTo>
                  <a:pt x="663509" y="166888"/>
                </a:lnTo>
                <a:lnTo>
                  <a:pt x="662498" y="172957"/>
                </a:lnTo>
                <a:lnTo>
                  <a:pt x="659463" y="179026"/>
                </a:lnTo>
                <a:lnTo>
                  <a:pt x="656429" y="183072"/>
                </a:lnTo>
                <a:lnTo>
                  <a:pt x="652383" y="188129"/>
                </a:lnTo>
                <a:lnTo>
                  <a:pt x="648337" y="192175"/>
                </a:lnTo>
                <a:lnTo>
                  <a:pt x="643280" y="195209"/>
                </a:lnTo>
                <a:lnTo>
                  <a:pt x="637211" y="197232"/>
                </a:lnTo>
                <a:lnTo>
                  <a:pt x="637211" y="197232"/>
                </a:lnTo>
                <a:lnTo>
                  <a:pt x="610914" y="206335"/>
                </a:lnTo>
                <a:lnTo>
                  <a:pt x="585628" y="216449"/>
                </a:lnTo>
                <a:lnTo>
                  <a:pt x="560341" y="227575"/>
                </a:lnTo>
                <a:lnTo>
                  <a:pt x="535055" y="239713"/>
                </a:lnTo>
                <a:lnTo>
                  <a:pt x="535055" y="239713"/>
                </a:lnTo>
                <a:lnTo>
                  <a:pt x="529998" y="241735"/>
                </a:lnTo>
                <a:lnTo>
                  <a:pt x="523929" y="242747"/>
                </a:lnTo>
                <a:lnTo>
                  <a:pt x="517861" y="243758"/>
                </a:lnTo>
                <a:lnTo>
                  <a:pt x="511792" y="242747"/>
                </a:lnTo>
                <a:lnTo>
                  <a:pt x="505723" y="241735"/>
                </a:lnTo>
                <a:lnTo>
                  <a:pt x="500666" y="239713"/>
                </a:lnTo>
                <a:lnTo>
                  <a:pt x="495609" y="235667"/>
                </a:lnTo>
                <a:lnTo>
                  <a:pt x="490552" y="231621"/>
                </a:lnTo>
                <a:lnTo>
                  <a:pt x="403567" y="145648"/>
                </a:lnTo>
                <a:lnTo>
                  <a:pt x="403567" y="145648"/>
                </a:lnTo>
                <a:lnTo>
                  <a:pt x="398510" y="140591"/>
                </a:lnTo>
                <a:lnTo>
                  <a:pt x="391430" y="136545"/>
                </a:lnTo>
                <a:lnTo>
                  <a:pt x="384350" y="134522"/>
                </a:lnTo>
                <a:lnTo>
                  <a:pt x="377269" y="134522"/>
                </a:lnTo>
                <a:lnTo>
                  <a:pt x="370189" y="134522"/>
                </a:lnTo>
                <a:lnTo>
                  <a:pt x="363109" y="136545"/>
                </a:lnTo>
                <a:lnTo>
                  <a:pt x="356029" y="140591"/>
                </a:lnTo>
                <a:lnTo>
                  <a:pt x="349960" y="145648"/>
                </a:lnTo>
                <a:lnTo>
                  <a:pt x="145648" y="349960"/>
                </a:lnTo>
                <a:lnTo>
                  <a:pt x="145648" y="349960"/>
                </a:lnTo>
                <a:lnTo>
                  <a:pt x="140591" y="356029"/>
                </a:lnTo>
                <a:lnTo>
                  <a:pt x="137557" y="363109"/>
                </a:lnTo>
                <a:lnTo>
                  <a:pt x="135534" y="370189"/>
                </a:lnTo>
                <a:lnTo>
                  <a:pt x="134522" y="377269"/>
                </a:lnTo>
                <a:lnTo>
                  <a:pt x="135534" y="384349"/>
                </a:lnTo>
                <a:lnTo>
                  <a:pt x="137557" y="391429"/>
                </a:lnTo>
                <a:lnTo>
                  <a:pt x="140591" y="397498"/>
                </a:lnTo>
                <a:lnTo>
                  <a:pt x="145648" y="403567"/>
                </a:lnTo>
                <a:lnTo>
                  <a:pt x="232633" y="490551"/>
                </a:lnTo>
                <a:lnTo>
                  <a:pt x="232633" y="490551"/>
                </a:lnTo>
                <a:lnTo>
                  <a:pt x="235667" y="495608"/>
                </a:lnTo>
                <a:lnTo>
                  <a:pt x="239713" y="500666"/>
                </a:lnTo>
                <a:lnTo>
                  <a:pt x="241736" y="505723"/>
                </a:lnTo>
                <a:lnTo>
                  <a:pt x="242747" y="511791"/>
                </a:lnTo>
                <a:lnTo>
                  <a:pt x="243758" y="517860"/>
                </a:lnTo>
                <a:lnTo>
                  <a:pt x="243758" y="523929"/>
                </a:lnTo>
                <a:lnTo>
                  <a:pt x="241736" y="528986"/>
                </a:lnTo>
                <a:lnTo>
                  <a:pt x="239713" y="535055"/>
                </a:lnTo>
                <a:lnTo>
                  <a:pt x="239713" y="535055"/>
                </a:lnTo>
                <a:lnTo>
                  <a:pt x="227575" y="560341"/>
                </a:lnTo>
                <a:lnTo>
                  <a:pt x="216449" y="584616"/>
                </a:lnTo>
                <a:lnTo>
                  <a:pt x="206335" y="610913"/>
                </a:lnTo>
                <a:lnTo>
                  <a:pt x="197232" y="637211"/>
                </a:lnTo>
                <a:lnTo>
                  <a:pt x="197232" y="637211"/>
                </a:lnTo>
                <a:lnTo>
                  <a:pt x="195209" y="643279"/>
                </a:lnTo>
                <a:lnTo>
                  <a:pt x="192175" y="648337"/>
                </a:lnTo>
                <a:lnTo>
                  <a:pt x="188129" y="652382"/>
                </a:lnTo>
                <a:lnTo>
                  <a:pt x="184083" y="656428"/>
                </a:lnTo>
                <a:lnTo>
                  <a:pt x="179026" y="659463"/>
                </a:lnTo>
                <a:lnTo>
                  <a:pt x="172957" y="661485"/>
                </a:lnTo>
                <a:lnTo>
                  <a:pt x="167900" y="663508"/>
                </a:lnTo>
                <a:lnTo>
                  <a:pt x="161831" y="663508"/>
                </a:lnTo>
                <a:lnTo>
                  <a:pt x="37423" y="663508"/>
                </a:lnTo>
                <a:lnTo>
                  <a:pt x="37423" y="663508"/>
                </a:lnTo>
                <a:lnTo>
                  <a:pt x="30343" y="664520"/>
                </a:lnTo>
                <a:lnTo>
                  <a:pt x="23263" y="666543"/>
                </a:lnTo>
                <a:lnTo>
                  <a:pt x="16183" y="670589"/>
                </a:lnTo>
                <a:lnTo>
                  <a:pt x="11126" y="674634"/>
                </a:lnTo>
                <a:lnTo>
                  <a:pt x="6068" y="680703"/>
                </a:lnTo>
                <a:lnTo>
                  <a:pt x="3034" y="686772"/>
                </a:lnTo>
                <a:lnTo>
                  <a:pt x="1011" y="693852"/>
                </a:lnTo>
                <a:lnTo>
                  <a:pt x="0" y="701943"/>
                </a:lnTo>
                <a:lnTo>
                  <a:pt x="0" y="991217"/>
                </a:lnTo>
                <a:lnTo>
                  <a:pt x="0" y="991217"/>
                </a:lnTo>
                <a:lnTo>
                  <a:pt x="1011" y="999308"/>
                </a:lnTo>
                <a:lnTo>
                  <a:pt x="3034" y="1006389"/>
                </a:lnTo>
                <a:lnTo>
                  <a:pt x="6068" y="1012457"/>
                </a:lnTo>
                <a:lnTo>
                  <a:pt x="11126" y="1018526"/>
                </a:lnTo>
                <a:lnTo>
                  <a:pt x="16183" y="1022572"/>
                </a:lnTo>
                <a:lnTo>
                  <a:pt x="23263" y="1026617"/>
                </a:lnTo>
                <a:lnTo>
                  <a:pt x="30343" y="1028640"/>
                </a:lnTo>
                <a:lnTo>
                  <a:pt x="37423" y="1029652"/>
                </a:lnTo>
                <a:lnTo>
                  <a:pt x="161831" y="1029652"/>
                </a:lnTo>
                <a:lnTo>
                  <a:pt x="161831" y="1029652"/>
                </a:lnTo>
                <a:lnTo>
                  <a:pt x="167900" y="1029652"/>
                </a:lnTo>
                <a:lnTo>
                  <a:pt x="172957" y="1031675"/>
                </a:lnTo>
                <a:lnTo>
                  <a:pt x="179026" y="1033698"/>
                </a:lnTo>
                <a:lnTo>
                  <a:pt x="184083" y="1036732"/>
                </a:lnTo>
                <a:lnTo>
                  <a:pt x="188129" y="1040778"/>
                </a:lnTo>
                <a:lnTo>
                  <a:pt x="192175" y="1045835"/>
                </a:lnTo>
                <a:lnTo>
                  <a:pt x="195209" y="1050892"/>
                </a:lnTo>
                <a:lnTo>
                  <a:pt x="197232" y="1055949"/>
                </a:lnTo>
                <a:lnTo>
                  <a:pt x="197232" y="1055949"/>
                </a:lnTo>
                <a:lnTo>
                  <a:pt x="206335" y="1082247"/>
                </a:lnTo>
                <a:lnTo>
                  <a:pt x="216449" y="1108545"/>
                </a:lnTo>
                <a:lnTo>
                  <a:pt x="227575" y="1133831"/>
                </a:lnTo>
                <a:lnTo>
                  <a:pt x="239713" y="1158105"/>
                </a:lnTo>
                <a:lnTo>
                  <a:pt x="239713" y="1158105"/>
                </a:lnTo>
                <a:lnTo>
                  <a:pt x="241736" y="1164174"/>
                </a:lnTo>
                <a:lnTo>
                  <a:pt x="243758" y="1170243"/>
                </a:lnTo>
                <a:lnTo>
                  <a:pt x="243758" y="1175300"/>
                </a:lnTo>
                <a:lnTo>
                  <a:pt x="242747" y="1181369"/>
                </a:lnTo>
                <a:lnTo>
                  <a:pt x="241736" y="1187437"/>
                </a:lnTo>
                <a:lnTo>
                  <a:pt x="239713" y="1192495"/>
                </a:lnTo>
                <a:lnTo>
                  <a:pt x="235667" y="1198563"/>
                </a:lnTo>
                <a:lnTo>
                  <a:pt x="232633" y="1202609"/>
                </a:lnTo>
                <a:lnTo>
                  <a:pt x="145648" y="1289593"/>
                </a:lnTo>
                <a:lnTo>
                  <a:pt x="145648" y="1289593"/>
                </a:lnTo>
                <a:lnTo>
                  <a:pt x="140591" y="1295662"/>
                </a:lnTo>
                <a:lnTo>
                  <a:pt x="137557" y="1301731"/>
                </a:lnTo>
                <a:lnTo>
                  <a:pt x="135534" y="1308811"/>
                </a:lnTo>
                <a:lnTo>
                  <a:pt x="134522" y="1315891"/>
                </a:lnTo>
                <a:lnTo>
                  <a:pt x="135534" y="1323983"/>
                </a:lnTo>
                <a:lnTo>
                  <a:pt x="137557" y="1331063"/>
                </a:lnTo>
                <a:lnTo>
                  <a:pt x="140591" y="1337131"/>
                </a:lnTo>
                <a:lnTo>
                  <a:pt x="145648" y="1343200"/>
                </a:lnTo>
                <a:lnTo>
                  <a:pt x="349960" y="1547512"/>
                </a:lnTo>
                <a:lnTo>
                  <a:pt x="349960" y="1547512"/>
                </a:lnTo>
                <a:lnTo>
                  <a:pt x="356029" y="1552569"/>
                </a:lnTo>
                <a:lnTo>
                  <a:pt x="363109" y="1556615"/>
                </a:lnTo>
                <a:lnTo>
                  <a:pt x="370189" y="1558638"/>
                </a:lnTo>
                <a:lnTo>
                  <a:pt x="377269" y="1558638"/>
                </a:lnTo>
                <a:lnTo>
                  <a:pt x="384350" y="1558638"/>
                </a:lnTo>
                <a:lnTo>
                  <a:pt x="391430" y="1556615"/>
                </a:lnTo>
                <a:lnTo>
                  <a:pt x="398510" y="1552569"/>
                </a:lnTo>
                <a:lnTo>
                  <a:pt x="403567" y="1547512"/>
                </a:lnTo>
                <a:lnTo>
                  <a:pt x="490552" y="1461539"/>
                </a:lnTo>
                <a:lnTo>
                  <a:pt x="490552" y="1461539"/>
                </a:lnTo>
                <a:lnTo>
                  <a:pt x="495609" y="1457493"/>
                </a:lnTo>
                <a:lnTo>
                  <a:pt x="500666" y="1454459"/>
                </a:lnTo>
                <a:lnTo>
                  <a:pt x="505723" y="1451425"/>
                </a:lnTo>
                <a:lnTo>
                  <a:pt x="511792" y="1450413"/>
                </a:lnTo>
                <a:lnTo>
                  <a:pt x="517861" y="1449402"/>
                </a:lnTo>
                <a:lnTo>
                  <a:pt x="523929" y="1450413"/>
                </a:lnTo>
                <a:lnTo>
                  <a:pt x="529998" y="1451425"/>
                </a:lnTo>
                <a:lnTo>
                  <a:pt x="535055" y="1453448"/>
                </a:lnTo>
                <a:lnTo>
                  <a:pt x="535055" y="1453448"/>
                </a:lnTo>
                <a:lnTo>
                  <a:pt x="560341" y="1465585"/>
                </a:lnTo>
                <a:lnTo>
                  <a:pt x="585628" y="1476711"/>
                </a:lnTo>
                <a:lnTo>
                  <a:pt x="610914" y="1486825"/>
                </a:lnTo>
                <a:lnTo>
                  <a:pt x="637211" y="1495928"/>
                </a:lnTo>
                <a:lnTo>
                  <a:pt x="637211" y="1495928"/>
                </a:lnTo>
                <a:lnTo>
                  <a:pt x="643280" y="1498963"/>
                </a:lnTo>
                <a:lnTo>
                  <a:pt x="648337" y="1501997"/>
                </a:lnTo>
                <a:lnTo>
                  <a:pt x="652383" y="1505031"/>
                </a:lnTo>
                <a:lnTo>
                  <a:pt x="656429" y="1510089"/>
                </a:lnTo>
                <a:lnTo>
                  <a:pt x="659463" y="1515146"/>
                </a:lnTo>
                <a:lnTo>
                  <a:pt x="662498" y="1520203"/>
                </a:lnTo>
                <a:lnTo>
                  <a:pt x="663509" y="1526272"/>
                </a:lnTo>
                <a:lnTo>
                  <a:pt x="663509" y="1532340"/>
                </a:lnTo>
                <a:lnTo>
                  <a:pt x="663509" y="1655737"/>
                </a:lnTo>
                <a:lnTo>
                  <a:pt x="663509" y="1655737"/>
                </a:lnTo>
                <a:lnTo>
                  <a:pt x="664520" y="1662817"/>
                </a:lnTo>
                <a:lnTo>
                  <a:pt x="666543" y="1670909"/>
                </a:lnTo>
                <a:lnTo>
                  <a:pt x="670589" y="1676977"/>
                </a:lnTo>
                <a:lnTo>
                  <a:pt x="675646" y="1683046"/>
                </a:lnTo>
                <a:lnTo>
                  <a:pt x="680704" y="1687092"/>
                </a:lnTo>
                <a:lnTo>
                  <a:pt x="686772" y="1691137"/>
                </a:lnTo>
                <a:lnTo>
                  <a:pt x="694864" y="1693160"/>
                </a:lnTo>
                <a:lnTo>
                  <a:pt x="701944" y="1694172"/>
                </a:lnTo>
                <a:lnTo>
                  <a:pt x="991218" y="1694172"/>
                </a:lnTo>
                <a:lnTo>
                  <a:pt x="991218" y="1694172"/>
                </a:lnTo>
                <a:lnTo>
                  <a:pt x="999309" y="1693160"/>
                </a:lnTo>
                <a:lnTo>
                  <a:pt x="1006390" y="1691137"/>
                </a:lnTo>
                <a:lnTo>
                  <a:pt x="1012458" y="1687092"/>
                </a:lnTo>
                <a:lnTo>
                  <a:pt x="1018527" y="1683046"/>
                </a:lnTo>
                <a:lnTo>
                  <a:pt x="1023584" y="1676977"/>
                </a:lnTo>
                <a:lnTo>
                  <a:pt x="1026619" y="1670909"/>
                </a:lnTo>
                <a:lnTo>
                  <a:pt x="1028641" y="1662817"/>
                </a:lnTo>
                <a:lnTo>
                  <a:pt x="1029653" y="1655737"/>
                </a:lnTo>
                <a:lnTo>
                  <a:pt x="1029653" y="1532340"/>
                </a:lnTo>
                <a:lnTo>
                  <a:pt x="1029653" y="1532340"/>
                </a:lnTo>
                <a:lnTo>
                  <a:pt x="1029653" y="1526272"/>
                </a:lnTo>
                <a:lnTo>
                  <a:pt x="1031676" y="1520203"/>
                </a:lnTo>
                <a:lnTo>
                  <a:pt x="1033699" y="1515146"/>
                </a:lnTo>
                <a:lnTo>
                  <a:pt x="1036733" y="1510089"/>
                </a:lnTo>
                <a:lnTo>
                  <a:pt x="1040779" y="1505031"/>
                </a:lnTo>
                <a:lnTo>
                  <a:pt x="1045836" y="1501997"/>
                </a:lnTo>
                <a:lnTo>
                  <a:pt x="1050893" y="1498963"/>
                </a:lnTo>
                <a:lnTo>
                  <a:pt x="1055950" y="1495928"/>
                </a:lnTo>
                <a:lnTo>
                  <a:pt x="1055950" y="1495928"/>
                </a:lnTo>
                <a:lnTo>
                  <a:pt x="1082248" y="1486825"/>
                </a:lnTo>
                <a:lnTo>
                  <a:pt x="1108546" y="1476711"/>
                </a:lnTo>
                <a:lnTo>
                  <a:pt x="1133832" y="1465585"/>
                </a:lnTo>
                <a:lnTo>
                  <a:pt x="1158107" y="1453448"/>
                </a:lnTo>
                <a:lnTo>
                  <a:pt x="1158107" y="1453448"/>
                </a:lnTo>
                <a:lnTo>
                  <a:pt x="1164175" y="1451425"/>
                </a:lnTo>
                <a:lnTo>
                  <a:pt x="1170244" y="1450413"/>
                </a:lnTo>
                <a:lnTo>
                  <a:pt x="1176313" y="1449402"/>
                </a:lnTo>
                <a:lnTo>
                  <a:pt x="1181370" y="1450413"/>
                </a:lnTo>
                <a:lnTo>
                  <a:pt x="1187439" y="1451425"/>
                </a:lnTo>
                <a:lnTo>
                  <a:pt x="1193507" y="1454459"/>
                </a:lnTo>
                <a:lnTo>
                  <a:pt x="1198565" y="1457493"/>
                </a:lnTo>
                <a:lnTo>
                  <a:pt x="1202610" y="1461539"/>
                </a:lnTo>
                <a:lnTo>
                  <a:pt x="1289595" y="1547512"/>
                </a:lnTo>
                <a:lnTo>
                  <a:pt x="1289595" y="1547512"/>
                </a:lnTo>
                <a:lnTo>
                  <a:pt x="1295663" y="1552569"/>
                </a:lnTo>
                <a:lnTo>
                  <a:pt x="1301732" y="1556615"/>
                </a:lnTo>
                <a:lnTo>
                  <a:pt x="1308812" y="1558638"/>
                </a:lnTo>
                <a:lnTo>
                  <a:pt x="1316904" y="1558638"/>
                </a:lnTo>
                <a:lnTo>
                  <a:pt x="1323984" y="1558638"/>
                </a:lnTo>
                <a:lnTo>
                  <a:pt x="1331064" y="1556615"/>
                </a:lnTo>
                <a:lnTo>
                  <a:pt x="1337133" y="1552569"/>
                </a:lnTo>
                <a:lnTo>
                  <a:pt x="1343201" y="1547512"/>
                </a:lnTo>
                <a:lnTo>
                  <a:pt x="1548525" y="1343200"/>
                </a:lnTo>
                <a:lnTo>
                  <a:pt x="1548525" y="1343200"/>
                </a:lnTo>
                <a:lnTo>
                  <a:pt x="1552571" y="1337131"/>
                </a:lnTo>
                <a:lnTo>
                  <a:pt x="1556617" y="1331063"/>
                </a:lnTo>
                <a:lnTo>
                  <a:pt x="1558640" y="1323983"/>
                </a:lnTo>
                <a:lnTo>
                  <a:pt x="1559651" y="1315891"/>
                </a:lnTo>
                <a:lnTo>
                  <a:pt x="1558640" y="1308811"/>
                </a:lnTo>
                <a:lnTo>
                  <a:pt x="1556617" y="1301731"/>
                </a:lnTo>
                <a:lnTo>
                  <a:pt x="1552571" y="1295662"/>
                </a:lnTo>
                <a:lnTo>
                  <a:pt x="1548525" y="1289593"/>
                </a:lnTo>
                <a:lnTo>
                  <a:pt x="1461541" y="1202609"/>
                </a:lnTo>
                <a:lnTo>
                  <a:pt x="1461541" y="1202609"/>
                </a:lnTo>
                <a:lnTo>
                  <a:pt x="1457495" y="1198563"/>
                </a:lnTo>
                <a:lnTo>
                  <a:pt x="1454461" y="1192495"/>
                </a:lnTo>
                <a:lnTo>
                  <a:pt x="1452438" y="1187437"/>
                </a:lnTo>
                <a:lnTo>
                  <a:pt x="1450415" y="1181369"/>
                </a:lnTo>
                <a:lnTo>
                  <a:pt x="1450415" y="1175300"/>
                </a:lnTo>
                <a:lnTo>
                  <a:pt x="1450415" y="1170243"/>
                </a:lnTo>
                <a:lnTo>
                  <a:pt x="1451426" y="1164174"/>
                </a:lnTo>
                <a:lnTo>
                  <a:pt x="1454461" y="1158105"/>
                </a:lnTo>
                <a:lnTo>
                  <a:pt x="1454461" y="1158105"/>
                </a:lnTo>
                <a:lnTo>
                  <a:pt x="1466598" y="1133831"/>
                </a:lnTo>
                <a:lnTo>
                  <a:pt x="1476712" y="1108545"/>
                </a:lnTo>
                <a:lnTo>
                  <a:pt x="1486827" y="1082247"/>
                </a:lnTo>
                <a:lnTo>
                  <a:pt x="1495930" y="1055949"/>
                </a:lnTo>
                <a:lnTo>
                  <a:pt x="1495930" y="1055949"/>
                </a:lnTo>
                <a:lnTo>
                  <a:pt x="1498964" y="1050892"/>
                </a:lnTo>
                <a:lnTo>
                  <a:pt x="1501999" y="1045835"/>
                </a:lnTo>
                <a:lnTo>
                  <a:pt x="1506044" y="1040778"/>
                </a:lnTo>
                <a:lnTo>
                  <a:pt x="1510090" y="1036732"/>
                </a:lnTo>
                <a:lnTo>
                  <a:pt x="1515147" y="1033698"/>
                </a:lnTo>
                <a:lnTo>
                  <a:pt x="1520205" y="1031675"/>
                </a:lnTo>
                <a:lnTo>
                  <a:pt x="1526273" y="1029652"/>
                </a:lnTo>
                <a:lnTo>
                  <a:pt x="1532342" y="1029652"/>
                </a:lnTo>
                <a:lnTo>
                  <a:pt x="1655739" y="1029652"/>
                </a:lnTo>
                <a:lnTo>
                  <a:pt x="1655739" y="1029652"/>
                </a:lnTo>
                <a:lnTo>
                  <a:pt x="1663830" y="1028640"/>
                </a:lnTo>
                <a:lnTo>
                  <a:pt x="1670910" y="1026617"/>
                </a:lnTo>
                <a:lnTo>
                  <a:pt x="1676979" y="1022572"/>
                </a:lnTo>
                <a:lnTo>
                  <a:pt x="1683048" y="1018526"/>
                </a:lnTo>
                <a:lnTo>
                  <a:pt x="1687093" y="1012457"/>
                </a:lnTo>
                <a:lnTo>
                  <a:pt x="1691139" y="1006389"/>
                </a:lnTo>
                <a:lnTo>
                  <a:pt x="1693162" y="999308"/>
                </a:lnTo>
                <a:lnTo>
                  <a:pt x="1694174" y="991217"/>
                </a:lnTo>
                <a:lnTo>
                  <a:pt x="1694174" y="701943"/>
                </a:lnTo>
                <a:lnTo>
                  <a:pt x="1694174" y="701943"/>
                </a:lnTo>
                <a:lnTo>
                  <a:pt x="1693162" y="693852"/>
                </a:lnTo>
                <a:lnTo>
                  <a:pt x="1691139" y="686772"/>
                </a:lnTo>
                <a:lnTo>
                  <a:pt x="1687093" y="680703"/>
                </a:lnTo>
                <a:lnTo>
                  <a:pt x="1683048" y="674634"/>
                </a:lnTo>
                <a:lnTo>
                  <a:pt x="1676979" y="670589"/>
                </a:lnTo>
                <a:lnTo>
                  <a:pt x="1670910" y="666543"/>
                </a:lnTo>
                <a:lnTo>
                  <a:pt x="1663830" y="664520"/>
                </a:lnTo>
                <a:lnTo>
                  <a:pt x="1655739" y="663508"/>
                </a:lnTo>
                <a:lnTo>
                  <a:pt x="1655739" y="663508"/>
                </a:lnTo>
                <a:close/>
                <a:moveTo>
                  <a:pt x="846581" y="1267342"/>
                </a:moveTo>
                <a:lnTo>
                  <a:pt x="846581" y="1267342"/>
                </a:lnTo>
                <a:lnTo>
                  <a:pt x="825341" y="1266330"/>
                </a:lnTo>
                <a:lnTo>
                  <a:pt x="804100" y="1265319"/>
                </a:lnTo>
                <a:lnTo>
                  <a:pt x="782860" y="1262284"/>
                </a:lnTo>
                <a:lnTo>
                  <a:pt x="761619" y="1258239"/>
                </a:lnTo>
                <a:lnTo>
                  <a:pt x="741390" y="1254193"/>
                </a:lnTo>
                <a:lnTo>
                  <a:pt x="722173" y="1248124"/>
                </a:lnTo>
                <a:lnTo>
                  <a:pt x="701944" y="1242055"/>
                </a:lnTo>
                <a:lnTo>
                  <a:pt x="682727" y="1233964"/>
                </a:lnTo>
                <a:lnTo>
                  <a:pt x="664520" y="1225872"/>
                </a:lnTo>
                <a:lnTo>
                  <a:pt x="646314" y="1216769"/>
                </a:lnTo>
                <a:lnTo>
                  <a:pt x="629120" y="1206655"/>
                </a:lnTo>
                <a:lnTo>
                  <a:pt x="611925" y="1195529"/>
                </a:lnTo>
                <a:lnTo>
                  <a:pt x="595742" y="1183392"/>
                </a:lnTo>
                <a:lnTo>
                  <a:pt x="579559" y="1171254"/>
                </a:lnTo>
                <a:lnTo>
                  <a:pt x="564387" y="1158105"/>
                </a:lnTo>
                <a:lnTo>
                  <a:pt x="549216" y="1143945"/>
                </a:lnTo>
                <a:lnTo>
                  <a:pt x="536067" y="1129785"/>
                </a:lnTo>
                <a:lnTo>
                  <a:pt x="521906" y="1114613"/>
                </a:lnTo>
                <a:lnTo>
                  <a:pt x="509769" y="1098430"/>
                </a:lnTo>
                <a:lnTo>
                  <a:pt x="498643" y="1082247"/>
                </a:lnTo>
                <a:lnTo>
                  <a:pt x="487517" y="1065052"/>
                </a:lnTo>
                <a:lnTo>
                  <a:pt x="477403" y="1046846"/>
                </a:lnTo>
                <a:lnTo>
                  <a:pt x="468300" y="1028640"/>
                </a:lnTo>
                <a:lnTo>
                  <a:pt x="459197" y="1010434"/>
                </a:lnTo>
                <a:lnTo>
                  <a:pt x="452117" y="991217"/>
                </a:lnTo>
                <a:lnTo>
                  <a:pt x="445036" y="971999"/>
                </a:lnTo>
                <a:lnTo>
                  <a:pt x="439979" y="951770"/>
                </a:lnTo>
                <a:lnTo>
                  <a:pt x="434922" y="931542"/>
                </a:lnTo>
                <a:lnTo>
                  <a:pt x="430876" y="910301"/>
                </a:lnTo>
                <a:lnTo>
                  <a:pt x="428853" y="890072"/>
                </a:lnTo>
                <a:lnTo>
                  <a:pt x="426830" y="867820"/>
                </a:lnTo>
                <a:lnTo>
                  <a:pt x="426830" y="846580"/>
                </a:lnTo>
                <a:lnTo>
                  <a:pt x="426830" y="846580"/>
                </a:lnTo>
                <a:lnTo>
                  <a:pt x="426830" y="825340"/>
                </a:lnTo>
                <a:lnTo>
                  <a:pt x="428853" y="804099"/>
                </a:lnTo>
                <a:lnTo>
                  <a:pt x="430876" y="782859"/>
                </a:lnTo>
                <a:lnTo>
                  <a:pt x="434922" y="761619"/>
                </a:lnTo>
                <a:lnTo>
                  <a:pt x="439979" y="741390"/>
                </a:lnTo>
                <a:lnTo>
                  <a:pt x="445036" y="721161"/>
                </a:lnTo>
                <a:lnTo>
                  <a:pt x="452117" y="701943"/>
                </a:lnTo>
                <a:lnTo>
                  <a:pt x="459197" y="682726"/>
                </a:lnTo>
                <a:lnTo>
                  <a:pt x="468300" y="664520"/>
                </a:lnTo>
                <a:lnTo>
                  <a:pt x="477403" y="646314"/>
                </a:lnTo>
                <a:lnTo>
                  <a:pt x="487517" y="629119"/>
                </a:lnTo>
                <a:lnTo>
                  <a:pt x="498643" y="611925"/>
                </a:lnTo>
                <a:lnTo>
                  <a:pt x="509769" y="594730"/>
                </a:lnTo>
                <a:lnTo>
                  <a:pt x="521906" y="579558"/>
                </a:lnTo>
                <a:lnTo>
                  <a:pt x="536067" y="564387"/>
                </a:lnTo>
                <a:lnTo>
                  <a:pt x="549216" y="549215"/>
                </a:lnTo>
                <a:lnTo>
                  <a:pt x="564387" y="535055"/>
                </a:lnTo>
                <a:lnTo>
                  <a:pt x="579559" y="521906"/>
                </a:lnTo>
                <a:lnTo>
                  <a:pt x="595742" y="509769"/>
                </a:lnTo>
                <a:lnTo>
                  <a:pt x="611925" y="497631"/>
                </a:lnTo>
                <a:lnTo>
                  <a:pt x="629120" y="487517"/>
                </a:lnTo>
                <a:lnTo>
                  <a:pt x="646314" y="477402"/>
                </a:lnTo>
                <a:lnTo>
                  <a:pt x="664520" y="467288"/>
                </a:lnTo>
                <a:lnTo>
                  <a:pt x="682727" y="459196"/>
                </a:lnTo>
                <a:lnTo>
                  <a:pt x="701944" y="452116"/>
                </a:lnTo>
                <a:lnTo>
                  <a:pt x="722173" y="445036"/>
                </a:lnTo>
                <a:lnTo>
                  <a:pt x="741390" y="438967"/>
                </a:lnTo>
                <a:lnTo>
                  <a:pt x="761619" y="434922"/>
                </a:lnTo>
                <a:lnTo>
                  <a:pt x="782860" y="430876"/>
                </a:lnTo>
                <a:lnTo>
                  <a:pt x="804100" y="428853"/>
                </a:lnTo>
                <a:lnTo>
                  <a:pt x="825341" y="426830"/>
                </a:lnTo>
                <a:lnTo>
                  <a:pt x="846581" y="425819"/>
                </a:lnTo>
                <a:lnTo>
                  <a:pt x="846581" y="425819"/>
                </a:lnTo>
                <a:lnTo>
                  <a:pt x="868833" y="426830"/>
                </a:lnTo>
                <a:lnTo>
                  <a:pt x="890073" y="428853"/>
                </a:lnTo>
                <a:lnTo>
                  <a:pt x="911314" y="430876"/>
                </a:lnTo>
                <a:lnTo>
                  <a:pt x="931542" y="434922"/>
                </a:lnTo>
                <a:lnTo>
                  <a:pt x="951771" y="438967"/>
                </a:lnTo>
                <a:lnTo>
                  <a:pt x="972000" y="445036"/>
                </a:lnTo>
                <a:lnTo>
                  <a:pt x="991218" y="452116"/>
                </a:lnTo>
                <a:lnTo>
                  <a:pt x="1010435" y="459196"/>
                </a:lnTo>
                <a:lnTo>
                  <a:pt x="1028641" y="467288"/>
                </a:lnTo>
                <a:lnTo>
                  <a:pt x="1046847" y="477402"/>
                </a:lnTo>
                <a:lnTo>
                  <a:pt x="1065054" y="487517"/>
                </a:lnTo>
                <a:lnTo>
                  <a:pt x="1082248" y="497631"/>
                </a:lnTo>
                <a:lnTo>
                  <a:pt x="1098431" y="509769"/>
                </a:lnTo>
                <a:lnTo>
                  <a:pt x="1114614" y="521906"/>
                </a:lnTo>
                <a:lnTo>
                  <a:pt x="1129786" y="535055"/>
                </a:lnTo>
                <a:lnTo>
                  <a:pt x="1143946" y="549215"/>
                </a:lnTo>
                <a:lnTo>
                  <a:pt x="1158107" y="564387"/>
                </a:lnTo>
                <a:lnTo>
                  <a:pt x="1171255" y="579558"/>
                </a:lnTo>
                <a:lnTo>
                  <a:pt x="1183393" y="594730"/>
                </a:lnTo>
                <a:lnTo>
                  <a:pt x="1195530" y="611925"/>
                </a:lnTo>
                <a:lnTo>
                  <a:pt x="1206656" y="629119"/>
                </a:lnTo>
                <a:lnTo>
                  <a:pt x="1216771" y="646314"/>
                </a:lnTo>
                <a:lnTo>
                  <a:pt x="1225874" y="664520"/>
                </a:lnTo>
                <a:lnTo>
                  <a:pt x="1233965" y="682726"/>
                </a:lnTo>
                <a:lnTo>
                  <a:pt x="1242057" y="701943"/>
                </a:lnTo>
                <a:lnTo>
                  <a:pt x="1248125" y="721161"/>
                </a:lnTo>
                <a:lnTo>
                  <a:pt x="1254194" y="741390"/>
                </a:lnTo>
                <a:lnTo>
                  <a:pt x="1258240" y="761619"/>
                </a:lnTo>
                <a:lnTo>
                  <a:pt x="1262286" y="782859"/>
                </a:lnTo>
                <a:lnTo>
                  <a:pt x="1265320" y="804099"/>
                </a:lnTo>
                <a:lnTo>
                  <a:pt x="1266331" y="825340"/>
                </a:lnTo>
                <a:lnTo>
                  <a:pt x="1267343" y="846580"/>
                </a:lnTo>
                <a:lnTo>
                  <a:pt x="1267343" y="846580"/>
                </a:lnTo>
                <a:lnTo>
                  <a:pt x="1266331" y="867820"/>
                </a:lnTo>
                <a:lnTo>
                  <a:pt x="1265320" y="890072"/>
                </a:lnTo>
                <a:lnTo>
                  <a:pt x="1262286" y="910301"/>
                </a:lnTo>
                <a:lnTo>
                  <a:pt x="1258240" y="931542"/>
                </a:lnTo>
                <a:lnTo>
                  <a:pt x="1254194" y="951770"/>
                </a:lnTo>
                <a:lnTo>
                  <a:pt x="1248125" y="971999"/>
                </a:lnTo>
                <a:lnTo>
                  <a:pt x="1242057" y="991217"/>
                </a:lnTo>
                <a:lnTo>
                  <a:pt x="1233965" y="1010434"/>
                </a:lnTo>
                <a:lnTo>
                  <a:pt x="1225874" y="1028640"/>
                </a:lnTo>
                <a:lnTo>
                  <a:pt x="1216771" y="1046846"/>
                </a:lnTo>
                <a:lnTo>
                  <a:pt x="1206656" y="1065052"/>
                </a:lnTo>
                <a:lnTo>
                  <a:pt x="1195530" y="1082247"/>
                </a:lnTo>
                <a:lnTo>
                  <a:pt x="1183393" y="1098430"/>
                </a:lnTo>
                <a:lnTo>
                  <a:pt x="1171255" y="1114613"/>
                </a:lnTo>
                <a:lnTo>
                  <a:pt x="1158107" y="1129785"/>
                </a:lnTo>
                <a:lnTo>
                  <a:pt x="1143946" y="1143945"/>
                </a:lnTo>
                <a:lnTo>
                  <a:pt x="1129786" y="1158105"/>
                </a:lnTo>
                <a:lnTo>
                  <a:pt x="1114614" y="1171254"/>
                </a:lnTo>
                <a:lnTo>
                  <a:pt x="1098431" y="1183392"/>
                </a:lnTo>
                <a:lnTo>
                  <a:pt x="1082248" y="1195529"/>
                </a:lnTo>
                <a:lnTo>
                  <a:pt x="1065054" y="1206655"/>
                </a:lnTo>
                <a:lnTo>
                  <a:pt x="1046847" y="1216769"/>
                </a:lnTo>
                <a:lnTo>
                  <a:pt x="1028641" y="1225872"/>
                </a:lnTo>
                <a:lnTo>
                  <a:pt x="1010435" y="1233964"/>
                </a:lnTo>
                <a:lnTo>
                  <a:pt x="991218" y="1242055"/>
                </a:lnTo>
                <a:lnTo>
                  <a:pt x="972000" y="1248124"/>
                </a:lnTo>
                <a:lnTo>
                  <a:pt x="951771" y="1254193"/>
                </a:lnTo>
                <a:lnTo>
                  <a:pt x="931542" y="1258239"/>
                </a:lnTo>
                <a:lnTo>
                  <a:pt x="911314" y="1262284"/>
                </a:lnTo>
                <a:lnTo>
                  <a:pt x="890073" y="1265319"/>
                </a:lnTo>
                <a:lnTo>
                  <a:pt x="868833" y="1266330"/>
                </a:lnTo>
                <a:lnTo>
                  <a:pt x="846581" y="1267342"/>
                </a:lnTo>
                <a:lnTo>
                  <a:pt x="846581" y="1267342"/>
                </a:lnTo>
                <a:close/>
              </a:path>
            </a:pathLst>
          </a:custGeom>
          <a:solidFill>
            <a:srgbClr val="174D9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/>
          <p:nvPr/>
        </p:nvSpPr>
        <p:spPr>
          <a:xfrm>
            <a:off x="12481781" y="-5178889"/>
            <a:ext cx="8021654" cy="8021654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 txBox="1"/>
          <p:nvPr/>
        </p:nvSpPr>
        <p:spPr>
          <a:xfrm>
            <a:off x="1875941" y="998974"/>
            <a:ext cx="14536117" cy="2720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183515" rtl="0" algn="l">
              <a:lnSpc>
                <a:spcPct val="100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8800">
                <a:solidFill>
                  <a:srgbClr val="174D9D"/>
                </a:solidFill>
                <a:latin typeface="Poppins"/>
                <a:ea typeface="Poppins"/>
                <a:cs typeface="Poppins"/>
                <a:sym typeface="Poppins"/>
              </a:rPr>
              <a:t>Функциональность входящая в scope</a:t>
            </a:r>
            <a:endParaRPr/>
          </a:p>
        </p:txBody>
      </p:sp>
      <p:sp>
        <p:nvSpPr>
          <p:cNvPr id="130" name="Google Shape;130;p5"/>
          <p:cNvSpPr txBox="1"/>
          <p:nvPr/>
        </p:nvSpPr>
        <p:spPr>
          <a:xfrm>
            <a:off x="1693316" y="3788555"/>
            <a:ext cx="15397315" cy="523207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285750" lvl="0" marL="2857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500"/>
              <a:buFont typeface="Arial"/>
              <a:buChar char="•"/>
            </a:pPr>
            <a:r>
              <a:rPr b="0" lang="ru-RU" sz="3500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  <a:t>Регистрация нового пользователя.</a:t>
            </a:r>
            <a:endParaRPr/>
          </a:p>
          <a:p>
            <a:pPr indent="-285750" lvl="0" marL="2857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500"/>
              <a:buFont typeface="Arial"/>
              <a:buChar char="•"/>
            </a:pPr>
            <a:r>
              <a:rPr b="0" lang="ru-RU" sz="3500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  <a:t>Авторизация с невалидными данными.</a:t>
            </a:r>
            <a:endParaRPr/>
          </a:p>
          <a:p>
            <a:pPr indent="-285750" lvl="0" marL="2857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500"/>
              <a:buFont typeface="Arial"/>
              <a:buChar char="•"/>
            </a:pPr>
            <a:r>
              <a:rPr b="0" lang="ru-RU" sz="3500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  <a:t>Поиск товаров (существующий и несуществующий).</a:t>
            </a:r>
            <a:endParaRPr/>
          </a:p>
          <a:p>
            <a:pPr indent="-285750" lvl="0" marL="2857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500"/>
              <a:buFont typeface="Arial"/>
              <a:buChar char="•"/>
            </a:pPr>
            <a:r>
              <a:rPr b="0" lang="ru-RU" sz="3500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  <a:t>Применение фильтров (по цене) и сортировки (по убыванию цены).</a:t>
            </a:r>
            <a:endParaRPr/>
          </a:p>
          <a:p>
            <a:pPr indent="-285750" lvl="0" marL="2857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500"/>
              <a:buFont typeface="Arial"/>
              <a:buChar char="•"/>
            </a:pPr>
            <a:r>
              <a:rPr b="0" lang="ru-RU" sz="3500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  <a:t>Работа с корзиной (добавление, изменение количества, удаление).</a:t>
            </a:r>
            <a:endParaRPr/>
          </a:p>
          <a:p>
            <a:pPr indent="-285750" lvl="0" marL="2857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500"/>
              <a:buFont typeface="Arial"/>
              <a:buChar char="•"/>
            </a:pPr>
            <a:r>
              <a:rPr b="0" lang="ru-RU" sz="3500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  <a:t>Работа с избранным (добавление, удаление).</a:t>
            </a:r>
            <a:endParaRPr/>
          </a:p>
          <a:p>
            <a:pPr indent="-285750" lvl="0" marL="2857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500"/>
              <a:buFont typeface="Arial"/>
              <a:buChar char="•"/>
            </a:pPr>
            <a:r>
              <a:rPr b="0" lang="ru-RU" sz="3500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  <a:t>Проверка отображения акционных товаров и цен.</a:t>
            </a:r>
            <a:endParaRPr/>
          </a:p>
          <a:p>
            <a:pPr indent="-285750" lvl="0" marL="2857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500"/>
              <a:buFont typeface="Arial"/>
              <a:buChar char="•"/>
            </a:pPr>
            <a:r>
              <a:rPr b="0" lang="ru-RU" sz="3500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  <a:t>Оформление заказа (до оплаты).</a:t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-1808843" y="4061640"/>
            <a:ext cx="3259914" cy="3260554"/>
          </a:xfrm>
          <a:custGeom>
            <a:rect b="b" l="l" r="r" t="t"/>
            <a:pathLst>
              <a:path extrusionOk="0" h="1694172" w="1694174">
                <a:moveTo>
                  <a:pt x="1655739" y="663508"/>
                </a:moveTo>
                <a:lnTo>
                  <a:pt x="1532342" y="663508"/>
                </a:lnTo>
                <a:lnTo>
                  <a:pt x="1532342" y="663508"/>
                </a:lnTo>
                <a:lnTo>
                  <a:pt x="1526273" y="663508"/>
                </a:lnTo>
                <a:lnTo>
                  <a:pt x="1520205" y="661485"/>
                </a:lnTo>
                <a:lnTo>
                  <a:pt x="1515147" y="659463"/>
                </a:lnTo>
                <a:lnTo>
                  <a:pt x="1510090" y="656428"/>
                </a:lnTo>
                <a:lnTo>
                  <a:pt x="1506044" y="652382"/>
                </a:lnTo>
                <a:lnTo>
                  <a:pt x="1501999" y="648337"/>
                </a:lnTo>
                <a:lnTo>
                  <a:pt x="1498964" y="643279"/>
                </a:lnTo>
                <a:lnTo>
                  <a:pt x="1495930" y="637211"/>
                </a:lnTo>
                <a:lnTo>
                  <a:pt x="1495930" y="637211"/>
                </a:lnTo>
                <a:lnTo>
                  <a:pt x="1486827" y="610913"/>
                </a:lnTo>
                <a:lnTo>
                  <a:pt x="1476712" y="584616"/>
                </a:lnTo>
                <a:lnTo>
                  <a:pt x="1466598" y="560341"/>
                </a:lnTo>
                <a:lnTo>
                  <a:pt x="1454461" y="535055"/>
                </a:lnTo>
                <a:lnTo>
                  <a:pt x="1454461" y="535055"/>
                </a:lnTo>
                <a:lnTo>
                  <a:pt x="1451426" y="528986"/>
                </a:lnTo>
                <a:lnTo>
                  <a:pt x="1450415" y="523929"/>
                </a:lnTo>
                <a:lnTo>
                  <a:pt x="1450415" y="517860"/>
                </a:lnTo>
                <a:lnTo>
                  <a:pt x="1450415" y="511791"/>
                </a:lnTo>
                <a:lnTo>
                  <a:pt x="1452438" y="505723"/>
                </a:lnTo>
                <a:lnTo>
                  <a:pt x="1454461" y="500666"/>
                </a:lnTo>
                <a:lnTo>
                  <a:pt x="1457495" y="495608"/>
                </a:lnTo>
                <a:lnTo>
                  <a:pt x="1461541" y="490551"/>
                </a:lnTo>
                <a:lnTo>
                  <a:pt x="1548525" y="403567"/>
                </a:lnTo>
                <a:lnTo>
                  <a:pt x="1548525" y="403567"/>
                </a:lnTo>
                <a:lnTo>
                  <a:pt x="1552571" y="397498"/>
                </a:lnTo>
                <a:lnTo>
                  <a:pt x="1556617" y="391429"/>
                </a:lnTo>
                <a:lnTo>
                  <a:pt x="1558640" y="384349"/>
                </a:lnTo>
                <a:lnTo>
                  <a:pt x="1559651" y="377269"/>
                </a:lnTo>
                <a:lnTo>
                  <a:pt x="1558640" y="370189"/>
                </a:lnTo>
                <a:lnTo>
                  <a:pt x="1556617" y="363109"/>
                </a:lnTo>
                <a:lnTo>
                  <a:pt x="1552571" y="356029"/>
                </a:lnTo>
                <a:lnTo>
                  <a:pt x="1548525" y="349960"/>
                </a:lnTo>
                <a:lnTo>
                  <a:pt x="1343201" y="145648"/>
                </a:lnTo>
                <a:lnTo>
                  <a:pt x="1343201" y="145648"/>
                </a:lnTo>
                <a:lnTo>
                  <a:pt x="1337133" y="140591"/>
                </a:lnTo>
                <a:lnTo>
                  <a:pt x="1331064" y="136545"/>
                </a:lnTo>
                <a:lnTo>
                  <a:pt x="1323984" y="134522"/>
                </a:lnTo>
                <a:lnTo>
                  <a:pt x="1316904" y="134522"/>
                </a:lnTo>
                <a:lnTo>
                  <a:pt x="1308812" y="134522"/>
                </a:lnTo>
                <a:lnTo>
                  <a:pt x="1301732" y="136545"/>
                </a:lnTo>
                <a:lnTo>
                  <a:pt x="1295663" y="140591"/>
                </a:lnTo>
                <a:lnTo>
                  <a:pt x="1289595" y="145648"/>
                </a:lnTo>
                <a:lnTo>
                  <a:pt x="1202610" y="231621"/>
                </a:lnTo>
                <a:lnTo>
                  <a:pt x="1202610" y="231621"/>
                </a:lnTo>
                <a:lnTo>
                  <a:pt x="1198565" y="235667"/>
                </a:lnTo>
                <a:lnTo>
                  <a:pt x="1193507" y="239713"/>
                </a:lnTo>
                <a:lnTo>
                  <a:pt x="1187439" y="241735"/>
                </a:lnTo>
                <a:lnTo>
                  <a:pt x="1181370" y="242747"/>
                </a:lnTo>
                <a:lnTo>
                  <a:pt x="1176313" y="243758"/>
                </a:lnTo>
                <a:lnTo>
                  <a:pt x="1170244" y="242747"/>
                </a:lnTo>
                <a:lnTo>
                  <a:pt x="1164175" y="241735"/>
                </a:lnTo>
                <a:lnTo>
                  <a:pt x="1158107" y="239713"/>
                </a:lnTo>
                <a:lnTo>
                  <a:pt x="1158107" y="239713"/>
                </a:lnTo>
                <a:lnTo>
                  <a:pt x="1133832" y="227575"/>
                </a:lnTo>
                <a:lnTo>
                  <a:pt x="1108546" y="216449"/>
                </a:lnTo>
                <a:lnTo>
                  <a:pt x="1082248" y="206335"/>
                </a:lnTo>
                <a:lnTo>
                  <a:pt x="1055950" y="197232"/>
                </a:lnTo>
                <a:lnTo>
                  <a:pt x="1055950" y="197232"/>
                </a:lnTo>
                <a:lnTo>
                  <a:pt x="1050893" y="195209"/>
                </a:lnTo>
                <a:lnTo>
                  <a:pt x="1045836" y="192175"/>
                </a:lnTo>
                <a:lnTo>
                  <a:pt x="1040779" y="188129"/>
                </a:lnTo>
                <a:lnTo>
                  <a:pt x="1036733" y="183072"/>
                </a:lnTo>
                <a:lnTo>
                  <a:pt x="1033699" y="179026"/>
                </a:lnTo>
                <a:lnTo>
                  <a:pt x="1031676" y="172957"/>
                </a:lnTo>
                <a:lnTo>
                  <a:pt x="1029653" y="166888"/>
                </a:lnTo>
                <a:lnTo>
                  <a:pt x="1029653" y="160820"/>
                </a:lnTo>
                <a:lnTo>
                  <a:pt x="1029653" y="37423"/>
                </a:lnTo>
                <a:lnTo>
                  <a:pt x="1029653" y="37423"/>
                </a:lnTo>
                <a:lnTo>
                  <a:pt x="1028641" y="30343"/>
                </a:lnTo>
                <a:lnTo>
                  <a:pt x="1026619" y="23263"/>
                </a:lnTo>
                <a:lnTo>
                  <a:pt x="1023584" y="16183"/>
                </a:lnTo>
                <a:lnTo>
                  <a:pt x="1018527" y="11126"/>
                </a:lnTo>
                <a:lnTo>
                  <a:pt x="1012458" y="6069"/>
                </a:lnTo>
                <a:lnTo>
                  <a:pt x="1006390" y="3034"/>
                </a:lnTo>
                <a:lnTo>
                  <a:pt x="999309" y="0"/>
                </a:lnTo>
                <a:lnTo>
                  <a:pt x="991218" y="0"/>
                </a:lnTo>
                <a:lnTo>
                  <a:pt x="701944" y="0"/>
                </a:lnTo>
                <a:lnTo>
                  <a:pt x="701944" y="0"/>
                </a:lnTo>
                <a:lnTo>
                  <a:pt x="694864" y="0"/>
                </a:lnTo>
                <a:lnTo>
                  <a:pt x="686772" y="3034"/>
                </a:lnTo>
                <a:lnTo>
                  <a:pt x="680704" y="6069"/>
                </a:lnTo>
                <a:lnTo>
                  <a:pt x="675646" y="11126"/>
                </a:lnTo>
                <a:lnTo>
                  <a:pt x="670589" y="16183"/>
                </a:lnTo>
                <a:lnTo>
                  <a:pt x="666543" y="23263"/>
                </a:lnTo>
                <a:lnTo>
                  <a:pt x="664520" y="30343"/>
                </a:lnTo>
                <a:lnTo>
                  <a:pt x="663509" y="37423"/>
                </a:lnTo>
                <a:lnTo>
                  <a:pt x="663509" y="160820"/>
                </a:lnTo>
                <a:lnTo>
                  <a:pt x="663509" y="160820"/>
                </a:lnTo>
                <a:lnTo>
                  <a:pt x="663509" y="166888"/>
                </a:lnTo>
                <a:lnTo>
                  <a:pt x="662498" y="172957"/>
                </a:lnTo>
                <a:lnTo>
                  <a:pt x="659463" y="179026"/>
                </a:lnTo>
                <a:lnTo>
                  <a:pt x="656429" y="183072"/>
                </a:lnTo>
                <a:lnTo>
                  <a:pt x="652383" y="188129"/>
                </a:lnTo>
                <a:lnTo>
                  <a:pt x="648337" y="192175"/>
                </a:lnTo>
                <a:lnTo>
                  <a:pt x="643280" y="195209"/>
                </a:lnTo>
                <a:lnTo>
                  <a:pt x="637211" y="197232"/>
                </a:lnTo>
                <a:lnTo>
                  <a:pt x="637211" y="197232"/>
                </a:lnTo>
                <a:lnTo>
                  <a:pt x="610914" y="206335"/>
                </a:lnTo>
                <a:lnTo>
                  <a:pt x="585628" y="216449"/>
                </a:lnTo>
                <a:lnTo>
                  <a:pt x="560341" y="227575"/>
                </a:lnTo>
                <a:lnTo>
                  <a:pt x="535055" y="239713"/>
                </a:lnTo>
                <a:lnTo>
                  <a:pt x="535055" y="239713"/>
                </a:lnTo>
                <a:lnTo>
                  <a:pt x="529998" y="241735"/>
                </a:lnTo>
                <a:lnTo>
                  <a:pt x="523929" y="242747"/>
                </a:lnTo>
                <a:lnTo>
                  <a:pt x="517861" y="243758"/>
                </a:lnTo>
                <a:lnTo>
                  <a:pt x="511792" y="242747"/>
                </a:lnTo>
                <a:lnTo>
                  <a:pt x="505723" y="241735"/>
                </a:lnTo>
                <a:lnTo>
                  <a:pt x="500666" y="239713"/>
                </a:lnTo>
                <a:lnTo>
                  <a:pt x="495609" y="235667"/>
                </a:lnTo>
                <a:lnTo>
                  <a:pt x="490552" y="231621"/>
                </a:lnTo>
                <a:lnTo>
                  <a:pt x="403567" y="145648"/>
                </a:lnTo>
                <a:lnTo>
                  <a:pt x="403567" y="145648"/>
                </a:lnTo>
                <a:lnTo>
                  <a:pt x="398510" y="140591"/>
                </a:lnTo>
                <a:lnTo>
                  <a:pt x="391430" y="136545"/>
                </a:lnTo>
                <a:lnTo>
                  <a:pt x="384350" y="134522"/>
                </a:lnTo>
                <a:lnTo>
                  <a:pt x="377269" y="134522"/>
                </a:lnTo>
                <a:lnTo>
                  <a:pt x="370189" y="134522"/>
                </a:lnTo>
                <a:lnTo>
                  <a:pt x="363109" y="136545"/>
                </a:lnTo>
                <a:lnTo>
                  <a:pt x="356029" y="140591"/>
                </a:lnTo>
                <a:lnTo>
                  <a:pt x="349960" y="145648"/>
                </a:lnTo>
                <a:lnTo>
                  <a:pt x="145648" y="349960"/>
                </a:lnTo>
                <a:lnTo>
                  <a:pt x="145648" y="349960"/>
                </a:lnTo>
                <a:lnTo>
                  <a:pt x="140591" y="356029"/>
                </a:lnTo>
                <a:lnTo>
                  <a:pt x="137557" y="363109"/>
                </a:lnTo>
                <a:lnTo>
                  <a:pt x="135534" y="370189"/>
                </a:lnTo>
                <a:lnTo>
                  <a:pt x="134522" y="377269"/>
                </a:lnTo>
                <a:lnTo>
                  <a:pt x="135534" y="384349"/>
                </a:lnTo>
                <a:lnTo>
                  <a:pt x="137557" y="391429"/>
                </a:lnTo>
                <a:lnTo>
                  <a:pt x="140591" y="397498"/>
                </a:lnTo>
                <a:lnTo>
                  <a:pt x="145648" y="403567"/>
                </a:lnTo>
                <a:lnTo>
                  <a:pt x="232633" y="490551"/>
                </a:lnTo>
                <a:lnTo>
                  <a:pt x="232633" y="490551"/>
                </a:lnTo>
                <a:lnTo>
                  <a:pt x="235667" y="495608"/>
                </a:lnTo>
                <a:lnTo>
                  <a:pt x="239713" y="500666"/>
                </a:lnTo>
                <a:lnTo>
                  <a:pt x="241736" y="505723"/>
                </a:lnTo>
                <a:lnTo>
                  <a:pt x="242747" y="511791"/>
                </a:lnTo>
                <a:lnTo>
                  <a:pt x="243758" y="517860"/>
                </a:lnTo>
                <a:lnTo>
                  <a:pt x="243758" y="523929"/>
                </a:lnTo>
                <a:lnTo>
                  <a:pt x="241736" y="528986"/>
                </a:lnTo>
                <a:lnTo>
                  <a:pt x="239713" y="535055"/>
                </a:lnTo>
                <a:lnTo>
                  <a:pt x="239713" y="535055"/>
                </a:lnTo>
                <a:lnTo>
                  <a:pt x="227575" y="560341"/>
                </a:lnTo>
                <a:lnTo>
                  <a:pt x="216449" y="584616"/>
                </a:lnTo>
                <a:lnTo>
                  <a:pt x="206335" y="610913"/>
                </a:lnTo>
                <a:lnTo>
                  <a:pt x="197232" y="637211"/>
                </a:lnTo>
                <a:lnTo>
                  <a:pt x="197232" y="637211"/>
                </a:lnTo>
                <a:lnTo>
                  <a:pt x="195209" y="643279"/>
                </a:lnTo>
                <a:lnTo>
                  <a:pt x="192175" y="648337"/>
                </a:lnTo>
                <a:lnTo>
                  <a:pt x="188129" y="652382"/>
                </a:lnTo>
                <a:lnTo>
                  <a:pt x="184083" y="656428"/>
                </a:lnTo>
                <a:lnTo>
                  <a:pt x="179026" y="659463"/>
                </a:lnTo>
                <a:lnTo>
                  <a:pt x="172957" y="661485"/>
                </a:lnTo>
                <a:lnTo>
                  <a:pt x="167900" y="663508"/>
                </a:lnTo>
                <a:lnTo>
                  <a:pt x="161831" y="663508"/>
                </a:lnTo>
                <a:lnTo>
                  <a:pt x="37423" y="663508"/>
                </a:lnTo>
                <a:lnTo>
                  <a:pt x="37423" y="663508"/>
                </a:lnTo>
                <a:lnTo>
                  <a:pt x="30343" y="664520"/>
                </a:lnTo>
                <a:lnTo>
                  <a:pt x="23263" y="666543"/>
                </a:lnTo>
                <a:lnTo>
                  <a:pt x="16183" y="670589"/>
                </a:lnTo>
                <a:lnTo>
                  <a:pt x="11126" y="674634"/>
                </a:lnTo>
                <a:lnTo>
                  <a:pt x="6068" y="680703"/>
                </a:lnTo>
                <a:lnTo>
                  <a:pt x="3034" y="686772"/>
                </a:lnTo>
                <a:lnTo>
                  <a:pt x="1011" y="693852"/>
                </a:lnTo>
                <a:lnTo>
                  <a:pt x="0" y="701943"/>
                </a:lnTo>
                <a:lnTo>
                  <a:pt x="0" y="991217"/>
                </a:lnTo>
                <a:lnTo>
                  <a:pt x="0" y="991217"/>
                </a:lnTo>
                <a:lnTo>
                  <a:pt x="1011" y="999308"/>
                </a:lnTo>
                <a:lnTo>
                  <a:pt x="3034" y="1006389"/>
                </a:lnTo>
                <a:lnTo>
                  <a:pt x="6068" y="1012457"/>
                </a:lnTo>
                <a:lnTo>
                  <a:pt x="11126" y="1018526"/>
                </a:lnTo>
                <a:lnTo>
                  <a:pt x="16183" y="1022572"/>
                </a:lnTo>
                <a:lnTo>
                  <a:pt x="23263" y="1026617"/>
                </a:lnTo>
                <a:lnTo>
                  <a:pt x="30343" y="1028640"/>
                </a:lnTo>
                <a:lnTo>
                  <a:pt x="37423" y="1029652"/>
                </a:lnTo>
                <a:lnTo>
                  <a:pt x="161831" y="1029652"/>
                </a:lnTo>
                <a:lnTo>
                  <a:pt x="161831" y="1029652"/>
                </a:lnTo>
                <a:lnTo>
                  <a:pt x="167900" y="1029652"/>
                </a:lnTo>
                <a:lnTo>
                  <a:pt x="172957" y="1031675"/>
                </a:lnTo>
                <a:lnTo>
                  <a:pt x="179026" y="1033698"/>
                </a:lnTo>
                <a:lnTo>
                  <a:pt x="184083" y="1036732"/>
                </a:lnTo>
                <a:lnTo>
                  <a:pt x="188129" y="1040778"/>
                </a:lnTo>
                <a:lnTo>
                  <a:pt x="192175" y="1045835"/>
                </a:lnTo>
                <a:lnTo>
                  <a:pt x="195209" y="1050892"/>
                </a:lnTo>
                <a:lnTo>
                  <a:pt x="197232" y="1055949"/>
                </a:lnTo>
                <a:lnTo>
                  <a:pt x="197232" y="1055949"/>
                </a:lnTo>
                <a:lnTo>
                  <a:pt x="206335" y="1082247"/>
                </a:lnTo>
                <a:lnTo>
                  <a:pt x="216449" y="1108545"/>
                </a:lnTo>
                <a:lnTo>
                  <a:pt x="227575" y="1133831"/>
                </a:lnTo>
                <a:lnTo>
                  <a:pt x="239713" y="1158105"/>
                </a:lnTo>
                <a:lnTo>
                  <a:pt x="239713" y="1158105"/>
                </a:lnTo>
                <a:lnTo>
                  <a:pt x="241736" y="1164174"/>
                </a:lnTo>
                <a:lnTo>
                  <a:pt x="243758" y="1170243"/>
                </a:lnTo>
                <a:lnTo>
                  <a:pt x="243758" y="1175300"/>
                </a:lnTo>
                <a:lnTo>
                  <a:pt x="242747" y="1181369"/>
                </a:lnTo>
                <a:lnTo>
                  <a:pt x="241736" y="1187437"/>
                </a:lnTo>
                <a:lnTo>
                  <a:pt x="239713" y="1192495"/>
                </a:lnTo>
                <a:lnTo>
                  <a:pt x="235667" y="1198563"/>
                </a:lnTo>
                <a:lnTo>
                  <a:pt x="232633" y="1202609"/>
                </a:lnTo>
                <a:lnTo>
                  <a:pt x="145648" y="1289593"/>
                </a:lnTo>
                <a:lnTo>
                  <a:pt x="145648" y="1289593"/>
                </a:lnTo>
                <a:lnTo>
                  <a:pt x="140591" y="1295662"/>
                </a:lnTo>
                <a:lnTo>
                  <a:pt x="137557" y="1301731"/>
                </a:lnTo>
                <a:lnTo>
                  <a:pt x="135534" y="1308811"/>
                </a:lnTo>
                <a:lnTo>
                  <a:pt x="134522" y="1315891"/>
                </a:lnTo>
                <a:lnTo>
                  <a:pt x="135534" y="1323983"/>
                </a:lnTo>
                <a:lnTo>
                  <a:pt x="137557" y="1331063"/>
                </a:lnTo>
                <a:lnTo>
                  <a:pt x="140591" y="1337131"/>
                </a:lnTo>
                <a:lnTo>
                  <a:pt x="145648" y="1343200"/>
                </a:lnTo>
                <a:lnTo>
                  <a:pt x="349960" y="1547512"/>
                </a:lnTo>
                <a:lnTo>
                  <a:pt x="349960" y="1547512"/>
                </a:lnTo>
                <a:lnTo>
                  <a:pt x="356029" y="1552569"/>
                </a:lnTo>
                <a:lnTo>
                  <a:pt x="363109" y="1556615"/>
                </a:lnTo>
                <a:lnTo>
                  <a:pt x="370189" y="1558638"/>
                </a:lnTo>
                <a:lnTo>
                  <a:pt x="377269" y="1558638"/>
                </a:lnTo>
                <a:lnTo>
                  <a:pt x="384350" y="1558638"/>
                </a:lnTo>
                <a:lnTo>
                  <a:pt x="391430" y="1556615"/>
                </a:lnTo>
                <a:lnTo>
                  <a:pt x="398510" y="1552569"/>
                </a:lnTo>
                <a:lnTo>
                  <a:pt x="403567" y="1547512"/>
                </a:lnTo>
                <a:lnTo>
                  <a:pt x="490552" y="1461539"/>
                </a:lnTo>
                <a:lnTo>
                  <a:pt x="490552" y="1461539"/>
                </a:lnTo>
                <a:lnTo>
                  <a:pt x="495609" y="1457493"/>
                </a:lnTo>
                <a:lnTo>
                  <a:pt x="500666" y="1454459"/>
                </a:lnTo>
                <a:lnTo>
                  <a:pt x="505723" y="1451425"/>
                </a:lnTo>
                <a:lnTo>
                  <a:pt x="511792" y="1450413"/>
                </a:lnTo>
                <a:lnTo>
                  <a:pt x="517861" y="1449402"/>
                </a:lnTo>
                <a:lnTo>
                  <a:pt x="523929" y="1450413"/>
                </a:lnTo>
                <a:lnTo>
                  <a:pt x="529998" y="1451425"/>
                </a:lnTo>
                <a:lnTo>
                  <a:pt x="535055" y="1453448"/>
                </a:lnTo>
                <a:lnTo>
                  <a:pt x="535055" y="1453448"/>
                </a:lnTo>
                <a:lnTo>
                  <a:pt x="560341" y="1465585"/>
                </a:lnTo>
                <a:lnTo>
                  <a:pt x="585628" y="1476711"/>
                </a:lnTo>
                <a:lnTo>
                  <a:pt x="610914" y="1486825"/>
                </a:lnTo>
                <a:lnTo>
                  <a:pt x="637211" y="1495928"/>
                </a:lnTo>
                <a:lnTo>
                  <a:pt x="637211" y="1495928"/>
                </a:lnTo>
                <a:lnTo>
                  <a:pt x="643280" y="1498963"/>
                </a:lnTo>
                <a:lnTo>
                  <a:pt x="648337" y="1501997"/>
                </a:lnTo>
                <a:lnTo>
                  <a:pt x="652383" y="1505031"/>
                </a:lnTo>
                <a:lnTo>
                  <a:pt x="656429" y="1510089"/>
                </a:lnTo>
                <a:lnTo>
                  <a:pt x="659463" y="1515146"/>
                </a:lnTo>
                <a:lnTo>
                  <a:pt x="662498" y="1520203"/>
                </a:lnTo>
                <a:lnTo>
                  <a:pt x="663509" y="1526272"/>
                </a:lnTo>
                <a:lnTo>
                  <a:pt x="663509" y="1532340"/>
                </a:lnTo>
                <a:lnTo>
                  <a:pt x="663509" y="1655737"/>
                </a:lnTo>
                <a:lnTo>
                  <a:pt x="663509" y="1655737"/>
                </a:lnTo>
                <a:lnTo>
                  <a:pt x="664520" y="1662817"/>
                </a:lnTo>
                <a:lnTo>
                  <a:pt x="666543" y="1670909"/>
                </a:lnTo>
                <a:lnTo>
                  <a:pt x="670589" y="1676977"/>
                </a:lnTo>
                <a:lnTo>
                  <a:pt x="675646" y="1683046"/>
                </a:lnTo>
                <a:lnTo>
                  <a:pt x="680704" y="1687092"/>
                </a:lnTo>
                <a:lnTo>
                  <a:pt x="686772" y="1691137"/>
                </a:lnTo>
                <a:lnTo>
                  <a:pt x="694864" y="1693160"/>
                </a:lnTo>
                <a:lnTo>
                  <a:pt x="701944" y="1694172"/>
                </a:lnTo>
                <a:lnTo>
                  <a:pt x="991218" y="1694172"/>
                </a:lnTo>
                <a:lnTo>
                  <a:pt x="991218" y="1694172"/>
                </a:lnTo>
                <a:lnTo>
                  <a:pt x="999309" y="1693160"/>
                </a:lnTo>
                <a:lnTo>
                  <a:pt x="1006390" y="1691137"/>
                </a:lnTo>
                <a:lnTo>
                  <a:pt x="1012458" y="1687092"/>
                </a:lnTo>
                <a:lnTo>
                  <a:pt x="1018527" y="1683046"/>
                </a:lnTo>
                <a:lnTo>
                  <a:pt x="1023584" y="1676977"/>
                </a:lnTo>
                <a:lnTo>
                  <a:pt x="1026619" y="1670909"/>
                </a:lnTo>
                <a:lnTo>
                  <a:pt x="1028641" y="1662817"/>
                </a:lnTo>
                <a:lnTo>
                  <a:pt x="1029653" y="1655737"/>
                </a:lnTo>
                <a:lnTo>
                  <a:pt x="1029653" y="1532340"/>
                </a:lnTo>
                <a:lnTo>
                  <a:pt x="1029653" y="1532340"/>
                </a:lnTo>
                <a:lnTo>
                  <a:pt x="1029653" y="1526272"/>
                </a:lnTo>
                <a:lnTo>
                  <a:pt x="1031676" y="1520203"/>
                </a:lnTo>
                <a:lnTo>
                  <a:pt x="1033699" y="1515146"/>
                </a:lnTo>
                <a:lnTo>
                  <a:pt x="1036733" y="1510089"/>
                </a:lnTo>
                <a:lnTo>
                  <a:pt x="1040779" y="1505031"/>
                </a:lnTo>
                <a:lnTo>
                  <a:pt x="1045836" y="1501997"/>
                </a:lnTo>
                <a:lnTo>
                  <a:pt x="1050893" y="1498963"/>
                </a:lnTo>
                <a:lnTo>
                  <a:pt x="1055950" y="1495928"/>
                </a:lnTo>
                <a:lnTo>
                  <a:pt x="1055950" y="1495928"/>
                </a:lnTo>
                <a:lnTo>
                  <a:pt x="1082248" y="1486825"/>
                </a:lnTo>
                <a:lnTo>
                  <a:pt x="1108546" y="1476711"/>
                </a:lnTo>
                <a:lnTo>
                  <a:pt x="1133832" y="1465585"/>
                </a:lnTo>
                <a:lnTo>
                  <a:pt x="1158107" y="1453448"/>
                </a:lnTo>
                <a:lnTo>
                  <a:pt x="1158107" y="1453448"/>
                </a:lnTo>
                <a:lnTo>
                  <a:pt x="1164175" y="1451425"/>
                </a:lnTo>
                <a:lnTo>
                  <a:pt x="1170244" y="1450413"/>
                </a:lnTo>
                <a:lnTo>
                  <a:pt x="1176313" y="1449402"/>
                </a:lnTo>
                <a:lnTo>
                  <a:pt x="1181370" y="1450413"/>
                </a:lnTo>
                <a:lnTo>
                  <a:pt x="1187439" y="1451425"/>
                </a:lnTo>
                <a:lnTo>
                  <a:pt x="1193507" y="1454459"/>
                </a:lnTo>
                <a:lnTo>
                  <a:pt x="1198565" y="1457493"/>
                </a:lnTo>
                <a:lnTo>
                  <a:pt x="1202610" y="1461539"/>
                </a:lnTo>
                <a:lnTo>
                  <a:pt x="1289595" y="1547512"/>
                </a:lnTo>
                <a:lnTo>
                  <a:pt x="1289595" y="1547512"/>
                </a:lnTo>
                <a:lnTo>
                  <a:pt x="1295663" y="1552569"/>
                </a:lnTo>
                <a:lnTo>
                  <a:pt x="1301732" y="1556615"/>
                </a:lnTo>
                <a:lnTo>
                  <a:pt x="1308812" y="1558638"/>
                </a:lnTo>
                <a:lnTo>
                  <a:pt x="1316904" y="1558638"/>
                </a:lnTo>
                <a:lnTo>
                  <a:pt x="1323984" y="1558638"/>
                </a:lnTo>
                <a:lnTo>
                  <a:pt x="1331064" y="1556615"/>
                </a:lnTo>
                <a:lnTo>
                  <a:pt x="1337133" y="1552569"/>
                </a:lnTo>
                <a:lnTo>
                  <a:pt x="1343201" y="1547512"/>
                </a:lnTo>
                <a:lnTo>
                  <a:pt x="1548525" y="1343200"/>
                </a:lnTo>
                <a:lnTo>
                  <a:pt x="1548525" y="1343200"/>
                </a:lnTo>
                <a:lnTo>
                  <a:pt x="1552571" y="1337131"/>
                </a:lnTo>
                <a:lnTo>
                  <a:pt x="1556617" y="1331063"/>
                </a:lnTo>
                <a:lnTo>
                  <a:pt x="1558640" y="1323983"/>
                </a:lnTo>
                <a:lnTo>
                  <a:pt x="1559651" y="1315891"/>
                </a:lnTo>
                <a:lnTo>
                  <a:pt x="1558640" y="1308811"/>
                </a:lnTo>
                <a:lnTo>
                  <a:pt x="1556617" y="1301731"/>
                </a:lnTo>
                <a:lnTo>
                  <a:pt x="1552571" y="1295662"/>
                </a:lnTo>
                <a:lnTo>
                  <a:pt x="1548525" y="1289593"/>
                </a:lnTo>
                <a:lnTo>
                  <a:pt x="1461541" y="1202609"/>
                </a:lnTo>
                <a:lnTo>
                  <a:pt x="1461541" y="1202609"/>
                </a:lnTo>
                <a:lnTo>
                  <a:pt x="1457495" y="1198563"/>
                </a:lnTo>
                <a:lnTo>
                  <a:pt x="1454461" y="1192495"/>
                </a:lnTo>
                <a:lnTo>
                  <a:pt x="1452438" y="1187437"/>
                </a:lnTo>
                <a:lnTo>
                  <a:pt x="1450415" y="1181369"/>
                </a:lnTo>
                <a:lnTo>
                  <a:pt x="1450415" y="1175300"/>
                </a:lnTo>
                <a:lnTo>
                  <a:pt x="1450415" y="1170243"/>
                </a:lnTo>
                <a:lnTo>
                  <a:pt x="1451426" y="1164174"/>
                </a:lnTo>
                <a:lnTo>
                  <a:pt x="1454461" y="1158105"/>
                </a:lnTo>
                <a:lnTo>
                  <a:pt x="1454461" y="1158105"/>
                </a:lnTo>
                <a:lnTo>
                  <a:pt x="1466598" y="1133831"/>
                </a:lnTo>
                <a:lnTo>
                  <a:pt x="1476712" y="1108545"/>
                </a:lnTo>
                <a:lnTo>
                  <a:pt x="1486827" y="1082247"/>
                </a:lnTo>
                <a:lnTo>
                  <a:pt x="1495930" y="1055949"/>
                </a:lnTo>
                <a:lnTo>
                  <a:pt x="1495930" y="1055949"/>
                </a:lnTo>
                <a:lnTo>
                  <a:pt x="1498964" y="1050892"/>
                </a:lnTo>
                <a:lnTo>
                  <a:pt x="1501999" y="1045835"/>
                </a:lnTo>
                <a:lnTo>
                  <a:pt x="1506044" y="1040778"/>
                </a:lnTo>
                <a:lnTo>
                  <a:pt x="1510090" y="1036732"/>
                </a:lnTo>
                <a:lnTo>
                  <a:pt x="1515147" y="1033698"/>
                </a:lnTo>
                <a:lnTo>
                  <a:pt x="1520205" y="1031675"/>
                </a:lnTo>
                <a:lnTo>
                  <a:pt x="1526273" y="1029652"/>
                </a:lnTo>
                <a:lnTo>
                  <a:pt x="1532342" y="1029652"/>
                </a:lnTo>
                <a:lnTo>
                  <a:pt x="1655739" y="1029652"/>
                </a:lnTo>
                <a:lnTo>
                  <a:pt x="1655739" y="1029652"/>
                </a:lnTo>
                <a:lnTo>
                  <a:pt x="1663830" y="1028640"/>
                </a:lnTo>
                <a:lnTo>
                  <a:pt x="1670910" y="1026617"/>
                </a:lnTo>
                <a:lnTo>
                  <a:pt x="1676979" y="1022572"/>
                </a:lnTo>
                <a:lnTo>
                  <a:pt x="1683048" y="1018526"/>
                </a:lnTo>
                <a:lnTo>
                  <a:pt x="1687093" y="1012457"/>
                </a:lnTo>
                <a:lnTo>
                  <a:pt x="1691139" y="1006389"/>
                </a:lnTo>
                <a:lnTo>
                  <a:pt x="1693162" y="999308"/>
                </a:lnTo>
                <a:lnTo>
                  <a:pt x="1694174" y="991217"/>
                </a:lnTo>
                <a:lnTo>
                  <a:pt x="1694174" y="701943"/>
                </a:lnTo>
                <a:lnTo>
                  <a:pt x="1694174" y="701943"/>
                </a:lnTo>
                <a:lnTo>
                  <a:pt x="1693162" y="693852"/>
                </a:lnTo>
                <a:lnTo>
                  <a:pt x="1691139" y="686772"/>
                </a:lnTo>
                <a:lnTo>
                  <a:pt x="1687093" y="680703"/>
                </a:lnTo>
                <a:lnTo>
                  <a:pt x="1683048" y="674634"/>
                </a:lnTo>
                <a:lnTo>
                  <a:pt x="1676979" y="670589"/>
                </a:lnTo>
                <a:lnTo>
                  <a:pt x="1670910" y="666543"/>
                </a:lnTo>
                <a:lnTo>
                  <a:pt x="1663830" y="664520"/>
                </a:lnTo>
                <a:lnTo>
                  <a:pt x="1655739" y="663508"/>
                </a:lnTo>
                <a:lnTo>
                  <a:pt x="1655739" y="663508"/>
                </a:lnTo>
                <a:close/>
                <a:moveTo>
                  <a:pt x="846581" y="1267342"/>
                </a:moveTo>
                <a:lnTo>
                  <a:pt x="846581" y="1267342"/>
                </a:lnTo>
                <a:lnTo>
                  <a:pt x="825341" y="1266330"/>
                </a:lnTo>
                <a:lnTo>
                  <a:pt x="804100" y="1265319"/>
                </a:lnTo>
                <a:lnTo>
                  <a:pt x="782860" y="1262284"/>
                </a:lnTo>
                <a:lnTo>
                  <a:pt x="761619" y="1258239"/>
                </a:lnTo>
                <a:lnTo>
                  <a:pt x="741390" y="1254193"/>
                </a:lnTo>
                <a:lnTo>
                  <a:pt x="722173" y="1248124"/>
                </a:lnTo>
                <a:lnTo>
                  <a:pt x="701944" y="1242055"/>
                </a:lnTo>
                <a:lnTo>
                  <a:pt x="682727" y="1233964"/>
                </a:lnTo>
                <a:lnTo>
                  <a:pt x="664520" y="1225872"/>
                </a:lnTo>
                <a:lnTo>
                  <a:pt x="646314" y="1216769"/>
                </a:lnTo>
                <a:lnTo>
                  <a:pt x="629120" y="1206655"/>
                </a:lnTo>
                <a:lnTo>
                  <a:pt x="611925" y="1195529"/>
                </a:lnTo>
                <a:lnTo>
                  <a:pt x="595742" y="1183392"/>
                </a:lnTo>
                <a:lnTo>
                  <a:pt x="579559" y="1171254"/>
                </a:lnTo>
                <a:lnTo>
                  <a:pt x="564387" y="1158105"/>
                </a:lnTo>
                <a:lnTo>
                  <a:pt x="549216" y="1143945"/>
                </a:lnTo>
                <a:lnTo>
                  <a:pt x="536067" y="1129785"/>
                </a:lnTo>
                <a:lnTo>
                  <a:pt x="521906" y="1114613"/>
                </a:lnTo>
                <a:lnTo>
                  <a:pt x="509769" y="1098430"/>
                </a:lnTo>
                <a:lnTo>
                  <a:pt x="498643" y="1082247"/>
                </a:lnTo>
                <a:lnTo>
                  <a:pt x="487517" y="1065052"/>
                </a:lnTo>
                <a:lnTo>
                  <a:pt x="477403" y="1046846"/>
                </a:lnTo>
                <a:lnTo>
                  <a:pt x="468300" y="1028640"/>
                </a:lnTo>
                <a:lnTo>
                  <a:pt x="459197" y="1010434"/>
                </a:lnTo>
                <a:lnTo>
                  <a:pt x="452117" y="991217"/>
                </a:lnTo>
                <a:lnTo>
                  <a:pt x="445036" y="971999"/>
                </a:lnTo>
                <a:lnTo>
                  <a:pt x="439979" y="951770"/>
                </a:lnTo>
                <a:lnTo>
                  <a:pt x="434922" y="931542"/>
                </a:lnTo>
                <a:lnTo>
                  <a:pt x="430876" y="910301"/>
                </a:lnTo>
                <a:lnTo>
                  <a:pt x="428853" y="890072"/>
                </a:lnTo>
                <a:lnTo>
                  <a:pt x="426830" y="867820"/>
                </a:lnTo>
                <a:lnTo>
                  <a:pt x="426830" y="846580"/>
                </a:lnTo>
                <a:lnTo>
                  <a:pt x="426830" y="846580"/>
                </a:lnTo>
                <a:lnTo>
                  <a:pt x="426830" y="825340"/>
                </a:lnTo>
                <a:lnTo>
                  <a:pt x="428853" y="804099"/>
                </a:lnTo>
                <a:lnTo>
                  <a:pt x="430876" y="782859"/>
                </a:lnTo>
                <a:lnTo>
                  <a:pt x="434922" y="761619"/>
                </a:lnTo>
                <a:lnTo>
                  <a:pt x="439979" y="741390"/>
                </a:lnTo>
                <a:lnTo>
                  <a:pt x="445036" y="721161"/>
                </a:lnTo>
                <a:lnTo>
                  <a:pt x="452117" y="701943"/>
                </a:lnTo>
                <a:lnTo>
                  <a:pt x="459197" y="682726"/>
                </a:lnTo>
                <a:lnTo>
                  <a:pt x="468300" y="664520"/>
                </a:lnTo>
                <a:lnTo>
                  <a:pt x="477403" y="646314"/>
                </a:lnTo>
                <a:lnTo>
                  <a:pt x="487517" y="629119"/>
                </a:lnTo>
                <a:lnTo>
                  <a:pt x="498643" y="611925"/>
                </a:lnTo>
                <a:lnTo>
                  <a:pt x="509769" y="594730"/>
                </a:lnTo>
                <a:lnTo>
                  <a:pt x="521906" y="579558"/>
                </a:lnTo>
                <a:lnTo>
                  <a:pt x="536067" y="564387"/>
                </a:lnTo>
                <a:lnTo>
                  <a:pt x="549216" y="549215"/>
                </a:lnTo>
                <a:lnTo>
                  <a:pt x="564387" y="535055"/>
                </a:lnTo>
                <a:lnTo>
                  <a:pt x="579559" y="521906"/>
                </a:lnTo>
                <a:lnTo>
                  <a:pt x="595742" y="509769"/>
                </a:lnTo>
                <a:lnTo>
                  <a:pt x="611925" y="497631"/>
                </a:lnTo>
                <a:lnTo>
                  <a:pt x="629120" y="487517"/>
                </a:lnTo>
                <a:lnTo>
                  <a:pt x="646314" y="477402"/>
                </a:lnTo>
                <a:lnTo>
                  <a:pt x="664520" y="467288"/>
                </a:lnTo>
                <a:lnTo>
                  <a:pt x="682727" y="459196"/>
                </a:lnTo>
                <a:lnTo>
                  <a:pt x="701944" y="452116"/>
                </a:lnTo>
                <a:lnTo>
                  <a:pt x="722173" y="445036"/>
                </a:lnTo>
                <a:lnTo>
                  <a:pt x="741390" y="438967"/>
                </a:lnTo>
                <a:lnTo>
                  <a:pt x="761619" y="434922"/>
                </a:lnTo>
                <a:lnTo>
                  <a:pt x="782860" y="430876"/>
                </a:lnTo>
                <a:lnTo>
                  <a:pt x="804100" y="428853"/>
                </a:lnTo>
                <a:lnTo>
                  <a:pt x="825341" y="426830"/>
                </a:lnTo>
                <a:lnTo>
                  <a:pt x="846581" y="425819"/>
                </a:lnTo>
                <a:lnTo>
                  <a:pt x="846581" y="425819"/>
                </a:lnTo>
                <a:lnTo>
                  <a:pt x="868833" y="426830"/>
                </a:lnTo>
                <a:lnTo>
                  <a:pt x="890073" y="428853"/>
                </a:lnTo>
                <a:lnTo>
                  <a:pt x="911314" y="430876"/>
                </a:lnTo>
                <a:lnTo>
                  <a:pt x="931542" y="434922"/>
                </a:lnTo>
                <a:lnTo>
                  <a:pt x="951771" y="438967"/>
                </a:lnTo>
                <a:lnTo>
                  <a:pt x="972000" y="445036"/>
                </a:lnTo>
                <a:lnTo>
                  <a:pt x="991218" y="452116"/>
                </a:lnTo>
                <a:lnTo>
                  <a:pt x="1010435" y="459196"/>
                </a:lnTo>
                <a:lnTo>
                  <a:pt x="1028641" y="467288"/>
                </a:lnTo>
                <a:lnTo>
                  <a:pt x="1046847" y="477402"/>
                </a:lnTo>
                <a:lnTo>
                  <a:pt x="1065054" y="487517"/>
                </a:lnTo>
                <a:lnTo>
                  <a:pt x="1082248" y="497631"/>
                </a:lnTo>
                <a:lnTo>
                  <a:pt x="1098431" y="509769"/>
                </a:lnTo>
                <a:lnTo>
                  <a:pt x="1114614" y="521906"/>
                </a:lnTo>
                <a:lnTo>
                  <a:pt x="1129786" y="535055"/>
                </a:lnTo>
                <a:lnTo>
                  <a:pt x="1143946" y="549215"/>
                </a:lnTo>
                <a:lnTo>
                  <a:pt x="1158107" y="564387"/>
                </a:lnTo>
                <a:lnTo>
                  <a:pt x="1171255" y="579558"/>
                </a:lnTo>
                <a:lnTo>
                  <a:pt x="1183393" y="594730"/>
                </a:lnTo>
                <a:lnTo>
                  <a:pt x="1195530" y="611925"/>
                </a:lnTo>
                <a:lnTo>
                  <a:pt x="1206656" y="629119"/>
                </a:lnTo>
                <a:lnTo>
                  <a:pt x="1216771" y="646314"/>
                </a:lnTo>
                <a:lnTo>
                  <a:pt x="1225874" y="664520"/>
                </a:lnTo>
                <a:lnTo>
                  <a:pt x="1233965" y="682726"/>
                </a:lnTo>
                <a:lnTo>
                  <a:pt x="1242057" y="701943"/>
                </a:lnTo>
                <a:lnTo>
                  <a:pt x="1248125" y="721161"/>
                </a:lnTo>
                <a:lnTo>
                  <a:pt x="1254194" y="741390"/>
                </a:lnTo>
                <a:lnTo>
                  <a:pt x="1258240" y="761619"/>
                </a:lnTo>
                <a:lnTo>
                  <a:pt x="1262286" y="782859"/>
                </a:lnTo>
                <a:lnTo>
                  <a:pt x="1265320" y="804099"/>
                </a:lnTo>
                <a:lnTo>
                  <a:pt x="1266331" y="825340"/>
                </a:lnTo>
                <a:lnTo>
                  <a:pt x="1267343" y="846580"/>
                </a:lnTo>
                <a:lnTo>
                  <a:pt x="1267343" y="846580"/>
                </a:lnTo>
                <a:lnTo>
                  <a:pt x="1266331" y="867820"/>
                </a:lnTo>
                <a:lnTo>
                  <a:pt x="1265320" y="890072"/>
                </a:lnTo>
                <a:lnTo>
                  <a:pt x="1262286" y="910301"/>
                </a:lnTo>
                <a:lnTo>
                  <a:pt x="1258240" y="931542"/>
                </a:lnTo>
                <a:lnTo>
                  <a:pt x="1254194" y="951770"/>
                </a:lnTo>
                <a:lnTo>
                  <a:pt x="1248125" y="971999"/>
                </a:lnTo>
                <a:lnTo>
                  <a:pt x="1242057" y="991217"/>
                </a:lnTo>
                <a:lnTo>
                  <a:pt x="1233965" y="1010434"/>
                </a:lnTo>
                <a:lnTo>
                  <a:pt x="1225874" y="1028640"/>
                </a:lnTo>
                <a:lnTo>
                  <a:pt x="1216771" y="1046846"/>
                </a:lnTo>
                <a:lnTo>
                  <a:pt x="1206656" y="1065052"/>
                </a:lnTo>
                <a:lnTo>
                  <a:pt x="1195530" y="1082247"/>
                </a:lnTo>
                <a:lnTo>
                  <a:pt x="1183393" y="1098430"/>
                </a:lnTo>
                <a:lnTo>
                  <a:pt x="1171255" y="1114613"/>
                </a:lnTo>
                <a:lnTo>
                  <a:pt x="1158107" y="1129785"/>
                </a:lnTo>
                <a:lnTo>
                  <a:pt x="1143946" y="1143945"/>
                </a:lnTo>
                <a:lnTo>
                  <a:pt x="1129786" y="1158105"/>
                </a:lnTo>
                <a:lnTo>
                  <a:pt x="1114614" y="1171254"/>
                </a:lnTo>
                <a:lnTo>
                  <a:pt x="1098431" y="1183392"/>
                </a:lnTo>
                <a:lnTo>
                  <a:pt x="1082248" y="1195529"/>
                </a:lnTo>
                <a:lnTo>
                  <a:pt x="1065054" y="1206655"/>
                </a:lnTo>
                <a:lnTo>
                  <a:pt x="1046847" y="1216769"/>
                </a:lnTo>
                <a:lnTo>
                  <a:pt x="1028641" y="1225872"/>
                </a:lnTo>
                <a:lnTo>
                  <a:pt x="1010435" y="1233964"/>
                </a:lnTo>
                <a:lnTo>
                  <a:pt x="991218" y="1242055"/>
                </a:lnTo>
                <a:lnTo>
                  <a:pt x="972000" y="1248124"/>
                </a:lnTo>
                <a:lnTo>
                  <a:pt x="951771" y="1254193"/>
                </a:lnTo>
                <a:lnTo>
                  <a:pt x="931542" y="1258239"/>
                </a:lnTo>
                <a:lnTo>
                  <a:pt x="911314" y="1262284"/>
                </a:lnTo>
                <a:lnTo>
                  <a:pt x="890073" y="1265319"/>
                </a:lnTo>
                <a:lnTo>
                  <a:pt x="868833" y="1266330"/>
                </a:lnTo>
                <a:lnTo>
                  <a:pt x="846581" y="1267342"/>
                </a:lnTo>
                <a:lnTo>
                  <a:pt x="846581" y="1267342"/>
                </a:lnTo>
                <a:close/>
              </a:path>
            </a:pathLst>
          </a:custGeom>
          <a:solidFill>
            <a:srgbClr val="174D9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"/>
          <p:cNvSpPr/>
          <p:nvPr/>
        </p:nvSpPr>
        <p:spPr>
          <a:xfrm>
            <a:off x="14784159" y="6933632"/>
            <a:ext cx="4990440" cy="4991420"/>
          </a:xfrm>
          <a:custGeom>
            <a:rect b="b" l="l" r="r" t="t"/>
            <a:pathLst>
              <a:path extrusionOk="0" h="1702264" w="1702265">
                <a:moveTo>
                  <a:pt x="996275" y="1702264"/>
                </a:moveTo>
                <a:lnTo>
                  <a:pt x="707001" y="1702264"/>
                </a:lnTo>
                <a:lnTo>
                  <a:pt x="707001" y="1702264"/>
                </a:lnTo>
                <a:lnTo>
                  <a:pt x="697898" y="1701252"/>
                </a:lnTo>
                <a:lnTo>
                  <a:pt x="689807" y="1698218"/>
                </a:lnTo>
                <a:lnTo>
                  <a:pt x="682727" y="1694172"/>
                </a:lnTo>
                <a:lnTo>
                  <a:pt x="676658" y="1689115"/>
                </a:lnTo>
                <a:lnTo>
                  <a:pt x="671601" y="1683046"/>
                </a:lnTo>
                <a:lnTo>
                  <a:pt x="667555" y="1675966"/>
                </a:lnTo>
                <a:lnTo>
                  <a:pt x="665532" y="1667874"/>
                </a:lnTo>
                <a:lnTo>
                  <a:pt x="664521" y="1659783"/>
                </a:lnTo>
                <a:lnTo>
                  <a:pt x="664521" y="1536386"/>
                </a:lnTo>
                <a:lnTo>
                  <a:pt x="664521" y="1536386"/>
                </a:lnTo>
                <a:lnTo>
                  <a:pt x="664521" y="1530318"/>
                </a:lnTo>
                <a:lnTo>
                  <a:pt x="662498" y="1525261"/>
                </a:lnTo>
                <a:lnTo>
                  <a:pt x="660475" y="1521215"/>
                </a:lnTo>
                <a:lnTo>
                  <a:pt x="658452" y="1516158"/>
                </a:lnTo>
                <a:lnTo>
                  <a:pt x="654406" y="1512112"/>
                </a:lnTo>
                <a:lnTo>
                  <a:pt x="650360" y="1509077"/>
                </a:lnTo>
                <a:lnTo>
                  <a:pt x="645303" y="1506043"/>
                </a:lnTo>
                <a:lnTo>
                  <a:pt x="640246" y="1504020"/>
                </a:lnTo>
                <a:lnTo>
                  <a:pt x="640246" y="1504020"/>
                </a:lnTo>
                <a:lnTo>
                  <a:pt x="613948" y="1494917"/>
                </a:lnTo>
                <a:lnTo>
                  <a:pt x="588662" y="1484803"/>
                </a:lnTo>
                <a:lnTo>
                  <a:pt x="563376" y="1473677"/>
                </a:lnTo>
                <a:lnTo>
                  <a:pt x="538090" y="1461539"/>
                </a:lnTo>
                <a:lnTo>
                  <a:pt x="538090" y="1461539"/>
                </a:lnTo>
                <a:lnTo>
                  <a:pt x="533033" y="1459517"/>
                </a:lnTo>
                <a:lnTo>
                  <a:pt x="527975" y="1458505"/>
                </a:lnTo>
                <a:lnTo>
                  <a:pt x="522918" y="1457494"/>
                </a:lnTo>
                <a:lnTo>
                  <a:pt x="516849" y="1458505"/>
                </a:lnTo>
                <a:lnTo>
                  <a:pt x="511792" y="1459517"/>
                </a:lnTo>
                <a:lnTo>
                  <a:pt x="506735" y="1461539"/>
                </a:lnTo>
                <a:lnTo>
                  <a:pt x="502689" y="1464574"/>
                </a:lnTo>
                <a:lnTo>
                  <a:pt x="498643" y="1468620"/>
                </a:lnTo>
                <a:lnTo>
                  <a:pt x="411659" y="1554592"/>
                </a:lnTo>
                <a:lnTo>
                  <a:pt x="411659" y="1554592"/>
                </a:lnTo>
                <a:lnTo>
                  <a:pt x="405590" y="1559650"/>
                </a:lnTo>
                <a:lnTo>
                  <a:pt x="397499" y="1563696"/>
                </a:lnTo>
                <a:lnTo>
                  <a:pt x="390419" y="1566730"/>
                </a:lnTo>
                <a:lnTo>
                  <a:pt x="381316" y="1566730"/>
                </a:lnTo>
                <a:lnTo>
                  <a:pt x="381316" y="1566730"/>
                </a:lnTo>
                <a:lnTo>
                  <a:pt x="373224" y="1566730"/>
                </a:lnTo>
                <a:lnTo>
                  <a:pt x="365132" y="1563696"/>
                </a:lnTo>
                <a:lnTo>
                  <a:pt x="358052" y="1559650"/>
                </a:lnTo>
                <a:lnTo>
                  <a:pt x="351984" y="1554592"/>
                </a:lnTo>
                <a:lnTo>
                  <a:pt x="147671" y="1350280"/>
                </a:lnTo>
                <a:lnTo>
                  <a:pt x="147671" y="1350280"/>
                </a:lnTo>
                <a:lnTo>
                  <a:pt x="141603" y="1343200"/>
                </a:lnTo>
                <a:lnTo>
                  <a:pt x="137557" y="1336120"/>
                </a:lnTo>
                <a:lnTo>
                  <a:pt x="135534" y="1328029"/>
                </a:lnTo>
                <a:lnTo>
                  <a:pt x="134522" y="1319937"/>
                </a:lnTo>
                <a:lnTo>
                  <a:pt x="135534" y="1312857"/>
                </a:lnTo>
                <a:lnTo>
                  <a:pt x="137557" y="1304765"/>
                </a:lnTo>
                <a:lnTo>
                  <a:pt x="141603" y="1297685"/>
                </a:lnTo>
                <a:lnTo>
                  <a:pt x="147671" y="1290605"/>
                </a:lnTo>
                <a:lnTo>
                  <a:pt x="233644" y="1203621"/>
                </a:lnTo>
                <a:lnTo>
                  <a:pt x="233644" y="1203621"/>
                </a:lnTo>
                <a:lnTo>
                  <a:pt x="237690" y="1199575"/>
                </a:lnTo>
                <a:lnTo>
                  <a:pt x="240724" y="1195529"/>
                </a:lnTo>
                <a:lnTo>
                  <a:pt x="242747" y="1190472"/>
                </a:lnTo>
                <a:lnTo>
                  <a:pt x="243759" y="1185415"/>
                </a:lnTo>
                <a:lnTo>
                  <a:pt x="244770" y="1179346"/>
                </a:lnTo>
                <a:lnTo>
                  <a:pt x="243759" y="1174289"/>
                </a:lnTo>
                <a:lnTo>
                  <a:pt x="242747" y="1169232"/>
                </a:lnTo>
                <a:lnTo>
                  <a:pt x="240724" y="1164174"/>
                </a:lnTo>
                <a:lnTo>
                  <a:pt x="240724" y="1164174"/>
                </a:lnTo>
                <a:lnTo>
                  <a:pt x="228587" y="1138888"/>
                </a:lnTo>
                <a:lnTo>
                  <a:pt x="217461" y="1113602"/>
                </a:lnTo>
                <a:lnTo>
                  <a:pt x="207347" y="1087304"/>
                </a:lnTo>
                <a:lnTo>
                  <a:pt x="198244" y="1062018"/>
                </a:lnTo>
                <a:lnTo>
                  <a:pt x="198244" y="1062018"/>
                </a:lnTo>
                <a:lnTo>
                  <a:pt x="196221" y="1055950"/>
                </a:lnTo>
                <a:lnTo>
                  <a:pt x="193186" y="1051904"/>
                </a:lnTo>
                <a:lnTo>
                  <a:pt x="190152" y="1047858"/>
                </a:lnTo>
                <a:lnTo>
                  <a:pt x="186106" y="1043812"/>
                </a:lnTo>
                <a:lnTo>
                  <a:pt x="181049" y="1041789"/>
                </a:lnTo>
                <a:lnTo>
                  <a:pt x="175992" y="1039766"/>
                </a:lnTo>
                <a:lnTo>
                  <a:pt x="170935" y="1037744"/>
                </a:lnTo>
                <a:lnTo>
                  <a:pt x="165877" y="1037744"/>
                </a:lnTo>
                <a:lnTo>
                  <a:pt x="42481" y="1037744"/>
                </a:lnTo>
                <a:lnTo>
                  <a:pt x="42481" y="1037744"/>
                </a:lnTo>
                <a:lnTo>
                  <a:pt x="34389" y="1036732"/>
                </a:lnTo>
                <a:lnTo>
                  <a:pt x="26298" y="1034709"/>
                </a:lnTo>
                <a:lnTo>
                  <a:pt x="19217" y="1030663"/>
                </a:lnTo>
                <a:lnTo>
                  <a:pt x="13149" y="1025606"/>
                </a:lnTo>
                <a:lnTo>
                  <a:pt x="7080" y="1018526"/>
                </a:lnTo>
                <a:lnTo>
                  <a:pt x="4046" y="1011446"/>
                </a:lnTo>
                <a:lnTo>
                  <a:pt x="1011" y="1004366"/>
                </a:lnTo>
                <a:lnTo>
                  <a:pt x="0" y="995263"/>
                </a:lnTo>
                <a:lnTo>
                  <a:pt x="0" y="705989"/>
                </a:lnTo>
                <a:lnTo>
                  <a:pt x="0" y="705989"/>
                </a:lnTo>
                <a:lnTo>
                  <a:pt x="1011" y="697898"/>
                </a:lnTo>
                <a:lnTo>
                  <a:pt x="4046" y="689806"/>
                </a:lnTo>
                <a:lnTo>
                  <a:pt x="7080" y="682726"/>
                </a:lnTo>
                <a:lnTo>
                  <a:pt x="13149" y="676657"/>
                </a:lnTo>
                <a:lnTo>
                  <a:pt x="19217" y="670589"/>
                </a:lnTo>
                <a:lnTo>
                  <a:pt x="26298" y="667554"/>
                </a:lnTo>
                <a:lnTo>
                  <a:pt x="34389" y="664520"/>
                </a:lnTo>
                <a:lnTo>
                  <a:pt x="42481" y="663509"/>
                </a:lnTo>
                <a:lnTo>
                  <a:pt x="165877" y="663509"/>
                </a:lnTo>
                <a:lnTo>
                  <a:pt x="165877" y="663509"/>
                </a:lnTo>
                <a:lnTo>
                  <a:pt x="170935" y="663509"/>
                </a:lnTo>
                <a:lnTo>
                  <a:pt x="175992" y="662497"/>
                </a:lnTo>
                <a:lnTo>
                  <a:pt x="181049" y="660474"/>
                </a:lnTo>
                <a:lnTo>
                  <a:pt x="186106" y="657440"/>
                </a:lnTo>
                <a:lnTo>
                  <a:pt x="190152" y="653394"/>
                </a:lnTo>
                <a:lnTo>
                  <a:pt x="193186" y="649348"/>
                </a:lnTo>
                <a:lnTo>
                  <a:pt x="196221" y="645303"/>
                </a:lnTo>
                <a:lnTo>
                  <a:pt x="198244" y="640245"/>
                </a:lnTo>
                <a:lnTo>
                  <a:pt x="198244" y="640245"/>
                </a:lnTo>
                <a:lnTo>
                  <a:pt x="207347" y="613948"/>
                </a:lnTo>
                <a:lnTo>
                  <a:pt x="217461" y="587650"/>
                </a:lnTo>
                <a:lnTo>
                  <a:pt x="228587" y="562364"/>
                </a:lnTo>
                <a:lnTo>
                  <a:pt x="240724" y="537078"/>
                </a:lnTo>
                <a:lnTo>
                  <a:pt x="240724" y="537078"/>
                </a:lnTo>
                <a:lnTo>
                  <a:pt x="242747" y="532021"/>
                </a:lnTo>
                <a:lnTo>
                  <a:pt x="243759" y="526963"/>
                </a:lnTo>
                <a:lnTo>
                  <a:pt x="244770" y="521906"/>
                </a:lnTo>
                <a:lnTo>
                  <a:pt x="243759" y="516849"/>
                </a:lnTo>
                <a:lnTo>
                  <a:pt x="242747" y="511792"/>
                </a:lnTo>
                <a:lnTo>
                  <a:pt x="240724" y="506734"/>
                </a:lnTo>
                <a:lnTo>
                  <a:pt x="237690" y="501677"/>
                </a:lnTo>
                <a:lnTo>
                  <a:pt x="233644" y="497631"/>
                </a:lnTo>
                <a:lnTo>
                  <a:pt x="147671" y="410647"/>
                </a:lnTo>
                <a:lnTo>
                  <a:pt x="147671" y="410647"/>
                </a:lnTo>
                <a:lnTo>
                  <a:pt x="141603" y="404578"/>
                </a:lnTo>
                <a:lnTo>
                  <a:pt x="137557" y="396487"/>
                </a:lnTo>
                <a:lnTo>
                  <a:pt x="135534" y="389407"/>
                </a:lnTo>
                <a:lnTo>
                  <a:pt x="134522" y="381315"/>
                </a:lnTo>
                <a:lnTo>
                  <a:pt x="135534" y="373224"/>
                </a:lnTo>
                <a:lnTo>
                  <a:pt x="137557" y="365132"/>
                </a:lnTo>
                <a:lnTo>
                  <a:pt x="141603" y="358052"/>
                </a:lnTo>
                <a:lnTo>
                  <a:pt x="147671" y="350972"/>
                </a:lnTo>
                <a:lnTo>
                  <a:pt x="351984" y="146660"/>
                </a:lnTo>
                <a:lnTo>
                  <a:pt x="351984" y="146660"/>
                </a:lnTo>
                <a:lnTo>
                  <a:pt x="358052" y="141602"/>
                </a:lnTo>
                <a:lnTo>
                  <a:pt x="365132" y="137557"/>
                </a:lnTo>
                <a:lnTo>
                  <a:pt x="373224" y="135534"/>
                </a:lnTo>
                <a:lnTo>
                  <a:pt x="381316" y="134522"/>
                </a:lnTo>
                <a:lnTo>
                  <a:pt x="381316" y="134522"/>
                </a:lnTo>
                <a:lnTo>
                  <a:pt x="390419" y="135534"/>
                </a:lnTo>
                <a:lnTo>
                  <a:pt x="397499" y="137557"/>
                </a:lnTo>
                <a:lnTo>
                  <a:pt x="405590" y="141602"/>
                </a:lnTo>
                <a:lnTo>
                  <a:pt x="411659" y="146660"/>
                </a:lnTo>
                <a:lnTo>
                  <a:pt x="498643" y="233644"/>
                </a:lnTo>
                <a:lnTo>
                  <a:pt x="498643" y="233644"/>
                </a:lnTo>
                <a:lnTo>
                  <a:pt x="502689" y="236678"/>
                </a:lnTo>
                <a:lnTo>
                  <a:pt x="506735" y="239713"/>
                </a:lnTo>
                <a:lnTo>
                  <a:pt x="511792" y="241736"/>
                </a:lnTo>
                <a:lnTo>
                  <a:pt x="516849" y="242747"/>
                </a:lnTo>
                <a:lnTo>
                  <a:pt x="522918" y="243759"/>
                </a:lnTo>
                <a:lnTo>
                  <a:pt x="527975" y="242747"/>
                </a:lnTo>
                <a:lnTo>
                  <a:pt x="533033" y="241736"/>
                </a:lnTo>
                <a:lnTo>
                  <a:pt x="538090" y="239713"/>
                </a:lnTo>
                <a:lnTo>
                  <a:pt x="538090" y="239713"/>
                </a:lnTo>
                <a:lnTo>
                  <a:pt x="563376" y="227575"/>
                </a:lnTo>
                <a:lnTo>
                  <a:pt x="588662" y="216449"/>
                </a:lnTo>
                <a:lnTo>
                  <a:pt x="613948" y="206335"/>
                </a:lnTo>
                <a:lnTo>
                  <a:pt x="640246" y="197232"/>
                </a:lnTo>
                <a:lnTo>
                  <a:pt x="640246" y="197232"/>
                </a:lnTo>
                <a:lnTo>
                  <a:pt x="645303" y="195209"/>
                </a:lnTo>
                <a:lnTo>
                  <a:pt x="650360" y="192175"/>
                </a:lnTo>
                <a:lnTo>
                  <a:pt x="654406" y="189140"/>
                </a:lnTo>
                <a:lnTo>
                  <a:pt x="658452" y="185095"/>
                </a:lnTo>
                <a:lnTo>
                  <a:pt x="660475" y="181049"/>
                </a:lnTo>
                <a:lnTo>
                  <a:pt x="662498" y="175992"/>
                </a:lnTo>
                <a:lnTo>
                  <a:pt x="664521" y="170934"/>
                </a:lnTo>
                <a:lnTo>
                  <a:pt x="664521" y="164866"/>
                </a:lnTo>
                <a:lnTo>
                  <a:pt x="664521" y="41469"/>
                </a:lnTo>
                <a:lnTo>
                  <a:pt x="664521" y="41469"/>
                </a:lnTo>
                <a:lnTo>
                  <a:pt x="665532" y="33378"/>
                </a:lnTo>
                <a:lnTo>
                  <a:pt x="667555" y="25286"/>
                </a:lnTo>
                <a:lnTo>
                  <a:pt x="671601" y="18206"/>
                </a:lnTo>
                <a:lnTo>
                  <a:pt x="676658" y="12137"/>
                </a:lnTo>
                <a:lnTo>
                  <a:pt x="682727" y="7080"/>
                </a:lnTo>
                <a:lnTo>
                  <a:pt x="689807" y="3034"/>
                </a:lnTo>
                <a:lnTo>
                  <a:pt x="697898" y="1011"/>
                </a:lnTo>
                <a:lnTo>
                  <a:pt x="707001" y="0"/>
                </a:lnTo>
                <a:lnTo>
                  <a:pt x="996275" y="0"/>
                </a:lnTo>
                <a:lnTo>
                  <a:pt x="996275" y="0"/>
                </a:lnTo>
                <a:lnTo>
                  <a:pt x="1004367" y="1011"/>
                </a:lnTo>
                <a:lnTo>
                  <a:pt x="1012458" y="3034"/>
                </a:lnTo>
                <a:lnTo>
                  <a:pt x="1019539" y="7080"/>
                </a:lnTo>
                <a:lnTo>
                  <a:pt x="1025607" y="12137"/>
                </a:lnTo>
                <a:lnTo>
                  <a:pt x="1030665" y="18206"/>
                </a:lnTo>
                <a:lnTo>
                  <a:pt x="1034710" y="25286"/>
                </a:lnTo>
                <a:lnTo>
                  <a:pt x="1037745" y="33378"/>
                </a:lnTo>
                <a:lnTo>
                  <a:pt x="1038756" y="41469"/>
                </a:lnTo>
                <a:lnTo>
                  <a:pt x="1038756" y="164866"/>
                </a:lnTo>
                <a:lnTo>
                  <a:pt x="1038756" y="164866"/>
                </a:lnTo>
                <a:lnTo>
                  <a:pt x="1038756" y="170934"/>
                </a:lnTo>
                <a:lnTo>
                  <a:pt x="1039768" y="175992"/>
                </a:lnTo>
                <a:lnTo>
                  <a:pt x="1041790" y="181049"/>
                </a:lnTo>
                <a:lnTo>
                  <a:pt x="1044825" y="185095"/>
                </a:lnTo>
                <a:lnTo>
                  <a:pt x="1047859" y="189140"/>
                </a:lnTo>
                <a:lnTo>
                  <a:pt x="1052916" y="192175"/>
                </a:lnTo>
                <a:lnTo>
                  <a:pt x="1056962" y="195209"/>
                </a:lnTo>
                <a:lnTo>
                  <a:pt x="1062019" y="197232"/>
                </a:lnTo>
                <a:lnTo>
                  <a:pt x="1062019" y="197232"/>
                </a:lnTo>
                <a:lnTo>
                  <a:pt x="1088317" y="206335"/>
                </a:lnTo>
                <a:lnTo>
                  <a:pt x="1114615" y="216449"/>
                </a:lnTo>
                <a:lnTo>
                  <a:pt x="1139901" y="227575"/>
                </a:lnTo>
                <a:lnTo>
                  <a:pt x="1165187" y="239713"/>
                </a:lnTo>
                <a:lnTo>
                  <a:pt x="1165187" y="239713"/>
                </a:lnTo>
                <a:lnTo>
                  <a:pt x="1170244" y="241736"/>
                </a:lnTo>
                <a:lnTo>
                  <a:pt x="1175301" y="242747"/>
                </a:lnTo>
                <a:lnTo>
                  <a:pt x="1180359" y="243759"/>
                </a:lnTo>
                <a:lnTo>
                  <a:pt x="1185416" y="242747"/>
                </a:lnTo>
                <a:lnTo>
                  <a:pt x="1190473" y="241736"/>
                </a:lnTo>
                <a:lnTo>
                  <a:pt x="1195530" y="239713"/>
                </a:lnTo>
                <a:lnTo>
                  <a:pt x="1200588" y="236678"/>
                </a:lnTo>
                <a:lnTo>
                  <a:pt x="1204633" y="233644"/>
                </a:lnTo>
                <a:lnTo>
                  <a:pt x="1291618" y="146660"/>
                </a:lnTo>
                <a:lnTo>
                  <a:pt x="1291618" y="146660"/>
                </a:lnTo>
                <a:lnTo>
                  <a:pt x="1297687" y="141602"/>
                </a:lnTo>
                <a:lnTo>
                  <a:pt x="1304767" y="137557"/>
                </a:lnTo>
                <a:lnTo>
                  <a:pt x="1312858" y="135534"/>
                </a:lnTo>
                <a:lnTo>
                  <a:pt x="1320950" y="134522"/>
                </a:lnTo>
                <a:lnTo>
                  <a:pt x="1320950" y="134522"/>
                </a:lnTo>
                <a:lnTo>
                  <a:pt x="1329041" y="135534"/>
                </a:lnTo>
                <a:lnTo>
                  <a:pt x="1337133" y="137557"/>
                </a:lnTo>
                <a:lnTo>
                  <a:pt x="1344213" y="141602"/>
                </a:lnTo>
                <a:lnTo>
                  <a:pt x="1351293" y="146660"/>
                </a:lnTo>
                <a:lnTo>
                  <a:pt x="1555606" y="350972"/>
                </a:lnTo>
                <a:lnTo>
                  <a:pt x="1555606" y="350972"/>
                </a:lnTo>
                <a:lnTo>
                  <a:pt x="1560663" y="358052"/>
                </a:lnTo>
                <a:lnTo>
                  <a:pt x="1564709" y="365132"/>
                </a:lnTo>
                <a:lnTo>
                  <a:pt x="1566731" y="373224"/>
                </a:lnTo>
                <a:lnTo>
                  <a:pt x="1567743" y="381315"/>
                </a:lnTo>
                <a:lnTo>
                  <a:pt x="1567743" y="381315"/>
                </a:lnTo>
                <a:lnTo>
                  <a:pt x="1566731" y="389407"/>
                </a:lnTo>
                <a:lnTo>
                  <a:pt x="1564709" y="397498"/>
                </a:lnTo>
                <a:lnTo>
                  <a:pt x="1560663" y="404578"/>
                </a:lnTo>
                <a:lnTo>
                  <a:pt x="1555606" y="410647"/>
                </a:lnTo>
                <a:lnTo>
                  <a:pt x="1468621" y="497631"/>
                </a:lnTo>
                <a:lnTo>
                  <a:pt x="1468621" y="497631"/>
                </a:lnTo>
                <a:lnTo>
                  <a:pt x="1465587" y="501677"/>
                </a:lnTo>
                <a:lnTo>
                  <a:pt x="1462552" y="506734"/>
                </a:lnTo>
                <a:lnTo>
                  <a:pt x="1460530" y="511792"/>
                </a:lnTo>
                <a:lnTo>
                  <a:pt x="1459518" y="516849"/>
                </a:lnTo>
                <a:lnTo>
                  <a:pt x="1458507" y="521906"/>
                </a:lnTo>
                <a:lnTo>
                  <a:pt x="1458507" y="526963"/>
                </a:lnTo>
                <a:lnTo>
                  <a:pt x="1460530" y="532021"/>
                </a:lnTo>
                <a:lnTo>
                  <a:pt x="1462552" y="537078"/>
                </a:lnTo>
                <a:lnTo>
                  <a:pt x="1462552" y="537078"/>
                </a:lnTo>
                <a:lnTo>
                  <a:pt x="1474690" y="562364"/>
                </a:lnTo>
                <a:lnTo>
                  <a:pt x="1485816" y="587650"/>
                </a:lnTo>
                <a:lnTo>
                  <a:pt x="1495930" y="613948"/>
                </a:lnTo>
                <a:lnTo>
                  <a:pt x="1505033" y="640245"/>
                </a:lnTo>
                <a:lnTo>
                  <a:pt x="1505033" y="640245"/>
                </a:lnTo>
                <a:lnTo>
                  <a:pt x="1507056" y="645303"/>
                </a:lnTo>
                <a:lnTo>
                  <a:pt x="1510090" y="649348"/>
                </a:lnTo>
                <a:lnTo>
                  <a:pt x="1513125" y="653394"/>
                </a:lnTo>
                <a:lnTo>
                  <a:pt x="1517171" y="657440"/>
                </a:lnTo>
                <a:lnTo>
                  <a:pt x="1521216" y="660474"/>
                </a:lnTo>
                <a:lnTo>
                  <a:pt x="1526274" y="662497"/>
                </a:lnTo>
                <a:lnTo>
                  <a:pt x="1531331" y="663509"/>
                </a:lnTo>
                <a:lnTo>
                  <a:pt x="1536388" y="663509"/>
                </a:lnTo>
                <a:lnTo>
                  <a:pt x="1660796" y="663509"/>
                </a:lnTo>
                <a:lnTo>
                  <a:pt x="1660796" y="663509"/>
                </a:lnTo>
                <a:lnTo>
                  <a:pt x="1668888" y="664520"/>
                </a:lnTo>
                <a:lnTo>
                  <a:pt x="1676979" y="667554"/>
                </a:lnTo>
                <a:lnTo>
                  <a:pt x="1684059" y="670589"/>
                </a:lnTo>
                <a:lnTo>
                  <a:pt x="1690128" y="676657"/>
                </a:lnTo>
                <a:lnTo>
                  <a:pt x="1695185" y="682726"/>
                </a:lnTo>
                <a:lnTo>
                  <a:pt x="1699231" y="689806"/>
                </a:lnTo>
                <a:lnTo>
                  <a:pt x="1701254" y="697898"/>
                </a:lnTo>
                <a:lnTo>
                  <a:pt x="1702265" y="705989"/>
                </a:lnTo>
                <a:lnTo>
                  <a:pt x="1702265" y="995263"/>
                </a:lnTo>
                <a:lnTo>
                  <a:pt x="1702265" y="995263"/>
                </a:lnTo>
                <a:lnTo>
                  <a:pt x="1701254" y="1004366"/>
                </a:lnTo>
                <a:lnTo>
                  <a:pt x="1699231" y="1011446"/>
                </a:lnTo>
                <a:lnTo>
                  <a:pt x="1695185" y="1018526"/>
                </a:lnTo>
                <a:lnTo>
                  <a:pt x="1690128" y="1025606"/>
                </a:lnTo>
                <a:lnTo>
                  <a:pt x="1684059" y="1030663"/>
                </a:lnTo>
                <a:lnTo>
                  <a:pt x="1676979" y="1034709"/>
                </a:lnTo>
                <a:lnTo>
                  <a:pt x="1668888" y="1036732"/>
                </a:lnTo>
                <a:lnTo>
                  <a:pt x="1660796" y="1037744"/>
                </a:lnTo>
                <a:lnTo>
                  <a:pt x="1536388" y="1037744"/>
                </a:lnTo>
                <a:lnTo>
                  <a:pt x="1536388" y="1037744"/>
                </a:lnTo>
                <a:lnTo>
                  <a:pt x="1531331" y="1037744"/>
                </a:lnTo>
                <a:lnTo>
                  <a:pt x="1526274" y="1039766"/>
                </a:lnTo>
                <a:lnTo>
                  <a:pt x="1521216" y="1041789"/>
                </a:lnTo>
                <a:lnTo>
                  <a:pt x="1517171" y="1043812"/>
                </a:lnTo>
                <a:lnTo>
                  <a:pt x="1513125" y="1047858"/>
                </a:lnTo>
                <a:lnTo>
                  <a:pt x="1510090" y="1051904"/>
                </a:lnTo>
                <a:lnTo>
                  <a:pt x="1507056" y="1055950"/>
                </a:lnTo>
                <a:lnTo>
                  <a:pt x="1505033" y="1062018"/>
                </a:lnTo>
                <a:lnTo>
                  <a:pt x="1505033" y="1062018"/>
                </a:lnTo>
                <a:lnTo>
                  <a:pt x="1495930" y="1087304"/>
                </a:lnTo>
                <a:lnTo>
                  <a:pt x="1485816" y="1113602"/>
                </a:lnTo>
                <a:lnTo>
                  <a:pt x="1474690" y="1138888"/>
                </a:lnTo>
                <a:lnTo>
                  <a:pt x="1462552" y="1164174"/>
                </a:lnTo>
                <a:lnTo>
                  <a:pt x="1462552" y="1164174"/>
                </a:lnTo>
                <a:lnTo>
                  <a:pt x="1460530" y="1169232"/>
                </a:lnTo>
                <a:lnTo>
                  <a:pt x="1458507" y="1174289"/>
                </a:lnTo>
                <a:lnTo>
                  <a:pt x="1458507" y="1179346"/>
                </a:lnTo>
                <a:lnTo>
                  <a:pt x="1459518" y="1185415"/>
                </a:lnTo>
                <a:lnTo>
                  <a:pt x="1460530" y="1190472"/>
                </a:lnTo>
                <a:lnTo>
                  <a:pt x="1462552" y="1195529"/>
                </a:lnTo>
                <a:lnTo>
                  <a:pt x="1465587" y="1199575"/>
                </a:lnTo>
                <a:lnTo>
                  <a:pt x="1468621" y="1203621"/>
                </a:lnTo>
                <a:lnTo>
                  <a:pt x="1555606" y="1290605"/>
                </a:lnTo>
                <a:lnTo>
                  <a:pt x="1555606" y="1290605"/>
                </a:lnTo>
                <a:lnTo>
                  <a:pt x="1560663" y="1296674"/>
                </a:lnTo>
                <a:lnTo>
                  <a:pt x="1564709" y="1304765"/>
                </a:lnTo>
                <a:lnTo>
                  <a:pt x="1566731" y="1311845"/>
                </a:lnTo>
                <a:lnTo>
                  <a:pt x="1567743" y="1319937"/>
                </a:lnTo>
                <a:lnTo>
                  <a:pt x="1567743" y="1319937"/>
                </a:lnTo>
                <a:lnTo>
                  <a:pt x="1566731" y="1329040"/>
                </a:lnTo>
                <a:lnTo>
                  <a:pt x="1564709" y="1336120"/>
                </a:lnTo>
                <a:lnTo>
                  <a:pt x="1560663" y="1344212"/>
                </a:lnTo>
                <a:lnTo>
                  <a:pt x="1555606" y="1350280"/>
                </a:lnTo>
                <a:lnTo>
                  <a:pt x="1351293" y="1554592"/>
                </a:lnTo>
                <a:lnTo>
                  <a:pt x="1351293" y="1554592"/>
                </a:lnTo>
                <a:lnTo>
                  <a:pt x="1344213" y="1559650"/>
                </a:lnTo>
                <a:lnTo>
                  <a:pt x="1337133" y="1563696"/>
                </a:lnTo>
                <a:lnTo>
                  <a:pt x="1329041" y="1566730"/>
                </a:lnTo>
                <a:lnTo>
                  <a:pt x="1320950" y="1566730"/>
                </a:lnTo>
                <a:lnTo>
                  <a:pt x="1320950" y="1566730"/>
                </a:lnTo>
                <a:lnTo>
                  <a:pt x="1312858" y="1566730"/>
                </a:lnTo>
                <a:lnTo>
                  <a:pt x="1304767" y="1563696"/>
                </a:lnTo>
                <a:lnTo>
                  <a:pt x="1297687" y="1559650"/>
                </a:lnTo>
                <a:lnTo>
                  <a:pt x="1291618" y="1554592"/>
                </a:lnTo>
                <a:lnTo>
                  <a:pt x="1204633" y="1468620"/>
                </a:lnTo>
                <a:lnTo>
                  <a:pt x="1204633" y="1468620"/>
                </a:lnTo>
                <a:lnTo>
                  <a:pt x="1200588" y="1464574"/>
                </a:lnTo>
                <a:lnTo>
                  <a:pt x="1195530" y="1461539"/>
                </a:lnTo>
                <a:lnTo>
                  <a:pt x="1190473" y="1459517"/>
                </a:lnTo>
                <a:lnTo>
                  <a:pt x="1185416" y="1458505"/>
                </a:lnTo>
                <a:lnTo>
                  <a:pt x="1180359" y="1457494"/>
                </a:lnTo>
                <a:lnTo>
                  <a:pt x="1175301" y="1458505"/>
                </a:lnTo>
                <a:lnTo>
                  <a:pt x="1170244" y="1459517"/>
                </a:lnTo>
                <a:lnTo>
                  <a:pt x="1165187" y="1461539"/>
                </a:lnTo>
                <a:lnTo>
                  <a:pt x="1165187" y="1461539"/>
                </a:lnTo>
                <a:lnTo>
                  <a:pt x="1139901" y="1473677"/>
                </a:lnTo>
                <a:lnTo>
                  <a:pt x="1114615" y="1484803"/>
                </a:lnTo>
                <a:lnTo>
                  <a:pt x="1088317" y="1494917"/>
                </a:lnTo>
                <a:lnTo>
                  <a:pt x="1062019" y="1504020"/>
                </a:lnTo>
                <a:lnTo>
                  <a:pt x="1062019" y="1504020"/>
                </a:lnTo>
                <a:lnTo>
                  <a:pt x="1056962" y="1506043"/>
                </a:lnTo>
                <a:lnTo>
                  <a:pt x="1052916" y="1509077"/>
                </a:lnTo>
                <a:lnTo>
                  <a:pt x="1047859" y="1512112"/>
                </a:lnTo>
                <a:lnTo>
                  <a:pt x="1044825" y="1516158"/>
                </a:lnTo>
                <a:lnTo>
                  <a:pt x="1041790" y="1521215"/>
                </a:lnTo>
                <a:lnTo>
                  <a:pt x="1039768" y="1525261"/>
                </a:lnTo>
                <a:lnTo>
                  <a:pt x="1038756" y="1530318"/>
                </a:lnTo>
                <a:lnTo>
                  <a:pt x="1038756" y="1536386"/>
                </a:lnTo>
                <a:lnTo>
                  <a:pt x="1038756" y="1659783"/>
                </a:lnTo>
                <a:lnTo>
                  <a:pt x="1038756" y="1659783"/>
                </a:lnTo>
                <a:lnTo>
                  <a:pt x="1037745" y="1667874"/>
                </a:lnTo>
                <a:lnTo>
                  <a:pt x="1034710" y="1675966"/>
                </a:lnTo>
                <a:lnTo>
                  <a:pt x="1030665" y="1683046"/>
                </a:lnTo>
                <a:lnTo>
                  <a:pt x="1025607" y="1689115"/>
                </a:lnTo>
                <a:lnTo>
                  <a:pt x="1019539" y="1694172"/>
                </a:lnTo>
                <a:lnTo>
                  <a:pt x="1012458" y="1698218"/>
                </a:lnTo>
                <a:lnTo>
                  <a:pt x="1004367" y="1701252"/>
                </a:lnTo>
                <a:lnTo>
                  <a:pt x="996275" y="1702264"/>
                </a:lnTo>
                <a:lnTo>
                  <a:pt x="996275" y="1702264"/>
                </a:lnTo>
                <a:close/>
                <a:moveTo>
                  <a:pt x="522918" y="1449402"/>
                </a:moveTo>
                <a:lnTo>
                  <a:pt x="522918" y="1449402"/>
                </a:lnTo>
                <a:lnTo>
                  <a:pt x="532021" y="1450414"/>
                </a:lnTo>
                <a:lnTo>
                  <a:pt x="542136" y="1454459"/>
                </a:lnTo>
                <a:lnTo>
                  <a:pt x="542136" y="1454459"/>
                </a:lnTo>
                <a:lnTo>
                  <a:pt x="566410" y="1466597"/>
                </a:lnTo>
                <a:lnTo>
                  <a:pt x="591697" y="1477723"/>
                </a:lnTo>
                <a:lnTo>
                  <a:pt x="616983" y="1487837"/>
                </a:lnTo>
                <a:lnTo>
                  <a:pt x="643280" y="1495929"/>
                </a:lnTo>
                <a:lnTo>
                  <a:pt x="643280" y="1495929"/>
                </a:lnTo>
                <a:lnTo>
                  <a:pt x="649349" y="1498963"/>
                </a:lnTo>
                <a:lnTo>
                  <a:pt x="655418" y="1501997"/>
                </a:lnTo>
                <a:lnTo>
                  <a:pt x="660475" y="1507055"/>
                </a:lnTo>
                <a:lnTo>
                  <a:pt x="664521" y="1512112"/>
                </a:lnTo>
                <a:lnTo>
                  <a:pt x="667555" y="1517169"/>
                </a:lnTo>
                <a:lnTo>
                  <a:pt x="670589" y="1523238"/>
                </a:lnTo>
                <a:lnTo>
                  <a:pt x="671601" y="1529306"/>
                </a:lnTo>
                <a:lnTo>
                  <a:pt x="672612" y="1536386"/>
                </a:lnTo>
                <a:lnTo>
                  <a:pt x="672612" y="1659783"/>
                </a:lnTo>
                <a:lnTo>
                  <a:pt x="672612" y="1659783"/>
                </a:lnTo>
                <a:lnTo>
                  <a:pt x="673624" y="1666863"/>
                </a:lnTo>
                <a:lnTo>
                  <a:pt x="675647" y="1672932"/>
                </a:lnTo>
                <a:lnTo>
                  <a:pt x="678681" y="1679000"/>
                </a:lnTo>
                <a:lnTo>
                  <a:pt x="682727" y="1684058"/>
                </a:lnTo>
                <a:lnTo>
                  <a:pt x="687784" y="1688103"/>
                </a:lnTo>
                <a:lnTo>
                  <a:pt x="693853" y="1691138"/>
                </a:lnTo>
                <a:lnTo>
                  <a:pt x="699921" y="1693161"/>
                </a:lnTo>
                <a:lnTo>
                  <a:pt x="707001" y="1694172"/>
                </a:lnTo>
                <a:lnTo>
                  <a:pt x="996275" y="1694172"/>
                </a:lnTo>
                <a:lnTo>
                  <a:pt x="996275" y="1694172"/>
                </a:lnTo>
                <a:lnTo>
                  <a:pt x="1003355" y="1693161"/>
                </a:lnTo>
                <a:lnTo>
                  <a:pt x="1009424" y="1691138"/>
                </a:lnTo>
                <a:lnTo>
                  <a:pt x="1015493" y="1688103"/>
                </a:lnTo>
                <a:lnTo>
                  <a:pt x="1020550" y="1684058"/>
                </a:lnTo>
                <a:lnTo>
                  <a:pt x="1024596" y="1679000"/>
                </a:lnTo>
                <a:lnTo>
                  <a:pt x="1027630" y="1672932"/>
                </a:lnTo>
                <a:lnTo>
                  <a:pt x="1029653" y="1666863"/>
                </a:lnTo>
                <a:lnTo>
                  <a:pt x="1030665" y="1659783"/>
                </a:lnTo>
                <a:lnTo>
                  <a:pt x="1030665" y="1536386"/>
                </a:lnTo>
                <a:lnTo>
                  <a:pt x="1030665" y="1536386"/>
                </a:lnTo>
                <a:lnTo>
                  <a:pt x="1030665" y="1529306"/>
                </a:lnTo>
                <a:lnTo>
                  <a:pt x="1032687" y="1523238"/>
                </a:lnTo>
                <a:lnTo>
                  <a:pt x="1034710" y="1517169"/>
                </a:lnTo>
                <a:lnTo>
                  <a:pt x="1038756" y="1512112"/>
                </a:lnTo>
                <a:lnTo>
                  <a:pt x="1042802" y="1507055"/>
                </a:lnTo>
                <a:lnTo>
                  <a:pt x="1047859" y="1501997"/>
                </a:lnTo>
                <a:lnTo>
                  <a:pt x="1052916" y="1498963"/>
                </a:lnTo>
                <a:lnTo>
                  <a:pt x="1059997" y="1495929"/>
                </a:lnTo>
                <a:lnTo>
                  <a:pt x="1059997" y="1495929"/>
                </a:lnTo>
                <a:lnTo>
                  <a:pt x="1085283" y="1487837"/>
                </a:lnTo>
                <a:lnTo>
                  <a:pt x="1111580" y="1477723"/>
                </a:lnTo>
                <a:lnTo>
                  <a:pt x="1136866" y="1466597"/>
                </a:lnTo>
                <a:lnTo>
                  <a:pt x="1161141" y="1454459"/>
                </a:lnTo>
                <a:lnTo>
                  <a:pt x="1161141" y="1454459"/>
                </a:lnTo>
                <a:lnTo>
                  <a:pt x="1167210" y="1451425"/>
                </a:lnTo>
                <a:lnTo>
                  <a:pt x="1174290" y="1450414"/>
                </a:lnTo>
                <a:lnTo>
                  <a:pt x="1180359" y="1449402"/>
                </a:lnTo>
                <a:lnTo>
                  <a:pt x="1186427" y="1450414"/>
                </a:lnTo>
                <a:lnTo>
                  <a:pt x="1193508" y="1451425"/>
                </a:lnTo>
                <a:lnTo>
                  <a:pt x="1199576" y="1454459"/>
                </a:lnTo>
                <a:lnTo>
                  <a:pt x="1205645" y="1458505"/>
                </a:lnTo>
                <a:lnTo>
                  <a:pt x="1210702" y="1462551"/>
                </a:lnTo>
                <a:lnTo>
                  <a:pt x="1296675" y="1549535"/>
                </a:lnTo>
                <a:lnTo>
                  <a:pt x="1296675" y="1549535"/>
                </a:lnTo>
                <a:lnTo>
                  <a:pt x="1301732" y="1553581"/>
                </a:lnTo>
                <a:lnTo>
                  <a:pt x="1307801" y="1556615"/>
                </a:lnTo>
                <a:lnTo>
                  <a:pt x="1314881" y="1558638"/>
                </a:lnTo>
                <a:lnTo>
                  <a:pt x="1320950" y="1558638"/>
                </a:lnTo>
                <a:lnTo>
                  <a:pt x="1320950" y="1558638"/>
                </a:lnTo>
                <a:lnTo>
                  <a:pt x="1328030" y="1558638"/>
                </a:lnTo>
                <a:lnTo>
                  <a:pt x="1334099" y="1556615"/>
                </a:lnTo>
                <a:lnTo>
                  <a:pt x="1340167" y="1553581"/>
                </a:lnTo>
                <a:lnTo>
                  <a:pt x="1345225" y="1549535"/>
                </a:lnTo>
                <a:lnTo>
                  <a:pt x="1549537" y="1344212"/>
                </a:lnTo>
                <a:lnTo>
                  <a:pt x="1549537" y="1344212"/>
                </a:lnTo>
                <a:lnTo>
                  <a:pt x="1554594" y="1339155"/>
                </a:lnTo>
                <a:lnTo>
                  <a:pt x="1557628" y="1333086"/>
                </a:lnTo>
                <a:lnTo>
                  <a:pt x="1559651" y="1327017"/>
                </a:lnTo>
                <a:lnTo>
                  <a:pt x="1559651" y="1319937"/>
                </a:lnTo>
                <a:lnTo>
                  <a:pt x="1559651" y="1319937"/>
                </a:lnTo>
                <a:lnTo>
                  <a:pt x="1559651" y="1313868"/>
                </a:lnTo>
                <a:lnTo>
                  <a:pt x="1557628" y="1307800"/>
                </a:lnTo>
                <a:lnTo>
                  <a:pt x="1554594" y="1301731"/>
                </a:lnTo>
                <a:lnTo>
                  <a:pt x="1549537" y="1296674"/>
                </a:lnTo>
                <a:lnTo>
                  <a:pt x="1463564" y="1209689"/>
                </a:lnTo>
                <a:lnTo>
                  <a:pt x="1463564" y="1209689"/>
                </a:lnTo>
                <a:lnTo>
                  <a:pt x="1458507" y="1204632"/>
                </a:lnTo>
                <a:lnTo>
                  <a:pt x="1455472" y="1198564"/>
                </a:lnTo>
                <a:lnTo>
                  <a:pt x="1452438" y="1192495"/>
                </a:lnTo>
                <a:lnTo>
                  <a:pt x="1451427" y="1186426"/>
                </a:lnTo>
                <a:lnTo>
                  <a:pt x="1450415" y="1179346"/>
                </a:lnTo>
                <a:lnTo>
                  <a:pt x="1451427" y="1173277"/>
                </a:lnTo>
                <a:lnTo>
                  <a:pt x="1452438" y="1166197"/>
                </a:lnTo>
                <a:lnTo>
                  <a:pt x="1455472" y="1160129"/>
                </a:lnTo>
                <a:lnTo>
                  <a:pt x="1455472" y="1160129"/>
                </a:lnTo>
                <a:lnTo>
                  <a:pt x="1466598" y="1135854"/>
                </a:lnTo>
                <a:lnTo>
                  <a:pt x="1477724" y="1110568"/>
                </a:lnTo>
                <a:lnTo>
                  <a:pt x="1487839" y="1085282"/>
                </a:lnTo>
                <a:lnTo>
                  <a:pt x="1496942" y="1058984"/>
                </a:lnTo>
                <a:lnTo>
                  <a:pt x="1496942" y="1058984"/>
                </a:lnTo>
                <a:lnTo>
                  <a:pt x="1499976" y="1052915"/>
                </a:lnTo>
                <a:lnTo>
                  <a:pt x="1503010" y="1046847"/>
                </a:lnTo>
                <a:lnTo>
                  <a:pt x="1507056" y="1041789"/>
                </a:lnTo>
                <a:lnTo>
                  <a:pt x="1512113" y="1037744"/>
                </a:lnTo>
                <a:lnTo>
                  <a:pt x="1518182" y="1033698"/>
                </a:lnTo>
                <a:lnTo>
                  <a:pt x="1524251" y="1031675"/>
                </a:lnTo>
                <a:lnTo>
                  <a:pt x="1530319" y="1029652"/>
                </a:lnTo>
                <a:lnTo>
                  <a:pt x="1536388" y="1029652"/>
                </a:lnTo>
                <a:lnTo>
                  <a:pt x="1660796" y="1029652"/>
                </a:lnTo>
                <a:lnTo>
                  <a:pt x="1660796" y="1029652"/>
                </a:lnTo>
                <a:lnTo>
                  <a:pt x="1666865" y="1028641"/>
                </a:lnTo>
                <a:lnTo>
                  <a:pt x="1673945" y="1026618"/>
                </a:lnTo>
                <a:lnTo>
                  <a:pt x="1679002" y="1023583"/>
                </a:lnTo>
                <a:lnTo>
                  <a:pt x="1684059" y="1019538"/>
                </a:lnTo>
                <a:lnTo>
                  <a:pt x="1688105" y="1014480"/>
                </a:lnTo>
                <a:lnTo>
                  <a:pt x="1692151" y="1008412"/>
                </a:lnTo>
                <a:lnTo>
                  <a:pt x="1694174" y="1002343"/>
                </a:lnTo>
                <a:lnTo>
                  <a:pt x="1694174" y="995263"/>
                </a:lnTo>
                <a:lnTo>
                  <a:pt x="1694174" y="705989"/>
                </a:lnTo>
                <a:lnTo>
                  <a:pt x="1694174" y="705989"/>
                </a:lnTo>
                <a:lnTo>
                  <a:pt x="1694174" y="698909"/>
                </a:lnTo>
                <a:lnTo>
                  <a:pt x="1692151" y="692841"/>
                </a:lnTo>
                <a:lnTo>
                  <a:pt x="1688105" y="686772"/>
                </a:lnTo>
                <a:lnTo>
                  <a:pt x="1684059" y="681715"/>
                </a:lnTo>
                <a:lnTo>
                  <a:pt x="1679002" y="677669"/>
                </a:lnTo>
                <a:lnTo>
                  <a:pt x="1673945" y="674635"/>
                </a:lnTo>
                <a:lnTo>
                  <a:pt x="1666865" y="672612"/>
                </a:lnTo>
                <a:lnTo>
                  <a:pt x="1660796" y="671600"/>
                </a:lnTo>
                <a:lnTo>
                  <a:pt x="1536388" y="671600"/>
                </a:lnTo>
                <a:lnTo>
                  <a:pt x="1536388" y="671600"/>
                </a:lnTo>
                <a:lnTo>
                  <a:pt x="1530319" y="671600"/>
                </a:lnTo>
                <a:lnTo>
                  <a:pt x="1524251" y="669577"/>
                </a:lnTo>
                <a:lnTo>
                  <a:pt x="1518182" y="667554"/>
                </a:lnTo>
                <a:lnTo>
                  <a:pt x="1512113" y="663509"/>
                </a:lnTo>
                <a:lnTo>
                  <a:pt x="1507056" y="659463"/>
                </a:lnTo>
                <a:lnTo>
                  <a:pt x="1503010" y="654406"/>
                </a:lnTo>
                <a:lnTo>
                  <a:pt x="1499976" y="648337"/>
                </a:lnTo>
                <a:lnTo>
                  <a:pt x="1496942" y="642268"/>
                </a:lnTo>
                <a:lnTo>
                  <a:pt x="1496942" y="642268"/>
                </a:lnTo>
                <a:lnTo>
                  <a:pt x="1487839" y="616982"/>
                </a:lnTo>
                <a:lnTo>
                  <a:pt x="1477724" y="590684"/>
                </a:lnTo>
                <a:lnTo>
                  <a:pt x="1466598" y="565398"/>
                </a:lnTo>
                <a:lnTo>
                  <a:pt x="1455472" y="541124"/>
                </a:lnTo>
                <a:lnTo>
                  <a:pt x="1455472" y="541124"/>
                </a:lnTo>
                <a:lnTo>
                  <a:pt x="1452438" y="535055"/>
                </a:lnTo>
                <a:lnTo>
                  <a:pt x="1451427" y="527975"/>
                </a:lnTo>
                <a:lnTo>
                  <a:pt x="1450415" y="521906"/>
                </a:lnTo>
                <a:lnTo>
                  <a:pt x="1451427" y="514826"/>
                </a:lnTo>
                <a:lnTo>
                  <a:pt x="1452438" y="508757"/>
                </a:lnTo>
                <a:lnTo>
                  <a:pt x="1455472" y="502689"/>
                </a:lnTo>
                <a:lnTo>
                  <a:pt x="1458507" y="496620"/>
                </a:lnTo>
                <a:lnTo>
                  <a:pt x="1463564" y="491563"/>
                </a:lnTo>
                <a:lnTo>
                  <a:pt x="1549537" y="405590"/>
                </a:lnTo>
                <a:lnTo>
                  <a:pt x="1549537" y="405590"/>
                </a:lnTo>
                <a:lnTo>
                  <a:pt x="1554594" y="399521"/>
                </a:lnTo>
                <a:lnTo>
                  <a:pt x="1557628" y="394464"/>
                </a:lnTo>
                <a:lnTo>
                  <a:pt x="1559651" y="387384"/>
                </a:lnTo>
                <a:lnTo>
                  <a:pt x="1559651" y="381315"/>
                </a:lnTo>
                <a:lnTo>
                  <a:pt x="1559651" y="381315"/>
                </a:lnTo>
                <a:lnTo>
                  <a:pt x="1559651" y="374235"/>
                </a:lnTo>
                <a:lnTo>
                  <a:pt x="1557628" y="368166"/>
                </a:lnTo>
                <a:lnTo>
                  <a:pt x="1554594" y="362098"/>
                </a:lnTo>
                <a:lnTo>
                  <a:pt x="1549537" y="357040"/>
                </a:lnTo>
                <a:lnTo>
                  <a:pt x="1345225" y="152728"/>
                </a:lnTo>
                <a:lnTo>
                  <a:pt x="1345225" y="152728"/>
                </a:lnTo>
                <a:lnTo>
                  <a:pt x="1340167" y="147671"/>
                </a:lnTo>
                <a:lnTo>
                  <a:pt x="1334099" y="144637"/>
                </a:lnTo>
                <a:lnTo>
                  <a:pt x="1328030" y="142614"/>
                </a:lnTo>
                <a:lnTo>
                  <a:pt x="1320950" y="142614"/>
                </a:lnTo>
                <a:lnTo>
                  <a:pt x="1320950" y="142614"/>
                </a:lnTo>
                <a:lnTo>
                  <a:pt x="1314881" y="142614"/>
                </a:lnTo>
                <a:lnTo>
                  <a:pt x="1307801" y="144637"/>
                </a:lnTo>
                <a:lnTo>
                  <a:pt x="1301732" y="147671"/>
                </a:lnTo>
                <a:lnTo>
                  <a:pt x="1296675" y="152728"/>
                </a:lnTo>
                <a:lnTo>
                  <a:pt x="1210702" y="238701"/>
                </a:lnTo>
                <a:lnTo>
                  <a:pt x="1210702" y="238701"/>
                </a:lnTo>
                <a:lnTo>
                  <a:pt x="1205645" y="243759"/>
                </a:lnTo>
                <a:lnTo>
                  <a:pt x="1199576" y="246793"/>
                </a:lnTo>
                <a:lnTo>
                  <a:pt x="1193508" y="249827"/>
                </a:lnTo>
                <a:lnTo>
                  <a:pt x="1186427" y="250839"/>
                </a:lnTo>
                <a:lnTo>
                  <a:pt x="1180359" y="251850"/>
                </a:lnTo>
                <a:lnTo>
                  <a:pt x="1173279" y="250839"/>
                </a:lnTo>
                <a:lnTo>
                  <a:pt x="1167210" y="249827"/>
                </a:lnTo>
                <a:lnTo>
                  <a:pt x="1161141" y="246793"/>
                </a:lnTo>
                <a:lnTo>
                  <a:pt x="1161141" y="246793"/>
                </a:lnTo>
                <a:lnTo>
                  <a:pt x="1136866" y="234656"/>
                </a:lnTo>
                <a:lnTo>
                  <a:pt x="1111580" y="223530"/>
                </a:lnTo>
                <a:lnTo>
                  <a:pt x="1085283" y="214427"/>
                </a:lnTo>
                <a:lnTo>
                  <a:pt x="1059997" y="205324"/>
                </a:lnTo>
                <a:lnTo>
                  <a:pt x="1059997" y="205324"/>
                </a:lnTo>
                <a:lnTo>
                  <a:pt x="1052916" y="202289"/>
                </a:lnTo>
                <a:lnTo>
                  <a:pt x="1047859" y="199255"/>
                </a:lnTo>
                <a:lnTo>
                  <a:pt x="1042802" y="195209"/>
                </a:lnTo>
                <a:lnTo>
                  <a:pt x="1038756" y="190152"/>
                </a:lnTo>
                <a:lnTo>
                  <a:pt x="1034710" y="184083"/>
                </a:lnTo>
                <a:lnTo>
                  <a:pt x="1032687" y="178015"/>
                </a:lnTo>
                <a:lnTo>
                  <a:pt x="1030665" y="171946"/>
                </a:lnTo>
                <a:lnTo>
                  <a:pt x="1030665" y="164866"/>
                </a:lnTo>
                <a:lnTo>
                  <a:pt x="1030665" y="41469"/>
                </a:lnTo>
                <a:lnTo>
                  <a:pt x="1030665" y="41469"/>
                </a:lnTo>
                <a:lnTo>
                  <a:pt x="1029653" y="35401"/>
                </a:lnTo>
                <a:lnTo>
                  <a:pt x="1027630" y="28321"/>
                </a:lnTo>
                <a:lnTo>
                  <a:pt x="1024596" y="23263"/>
                </a:lnTo>
                <a:lnTo>
                  <a:pt x="1020550" y="18206"/>
                </a:lnTo>
                <a:lnTo>
                  <a:pt x="1015493" y="13149"/>
                </a:lnTo>
                <a:lnTo>
                  <a:pt x="1009424" y="10115"/>
                </a:lnTo>
                <a:lnTo>
                  <a:pt x="1003355" y="8092"/>
                </a:lnTo>
                <a:lnTo>
                  <a:pt x="996275" y="8092"/>
                </a:lnTo>
                <a:lnTo>
                  <a:pt x="707001" y="8092"/>
                </a:lnTo>
                <a:lnTo>
                  <a:pt x="707001" y="8092"/>
                </a:lnTo>
                <a:lnTo>
                  <a:pt x="699921" y="8092"/>
                </a:lnTo>
                <a:lnTo>
                  <a:pt x="693853" y="10115"/>
                </a:lnTo>
                <a:lnTo>
                  <a:pt x="687784" y="13149"/>
                </a:lnTo>
                <a:lnTo>
                  <a:pt x="682727" y="18206"/>
                </a:lnTo>
                <a:lnTo>
                  <a:pt x="678681" y="23263"/>
                </a:lnTo>
                <a:lnTo>
                  <a:pt x="675647" y="28321"/>
                </a:lnTo>
                <a:lnTo>
                  <a:pt x="673624" y="35401"/>
                </a:lnTo>
                <a:lnTo>
                  <a:pt x="672612" y="41469"/>
                </a:lnTo>
                <a:lnTo>
                  <a:pt x="672612" y="164866"/>
                </a:lnTo>
                <a:lnTo>
                  <a:pt x="672612" y="164866"/>
                </a:lnTo>
                <a:lnTo>
                  <a:pt x="671601" y="171946"/>
                </a:lnTo>
                <a:lnTo>
                  <a:pt x="670589" y="178015"/>
                </a:lnTo>
                <a:lnTo>
                  <a:pt x="667555" y="184083"/>
                </a:lnTo>
                <a:lnTo>
                  <a:pt x="664521" y="190152"/>
                </a:lnTo>
                <a:lnTo>
                  <a:pt x="660475" y="195209"/>
                </a:lnTo>
                <a:lnTo>
                  <a:pt x="655418" y="199255"/>
                </a:lnTo>
                <a:lnTo>
                  <a:pt x="649349" y="202289"/>
                </a:lnTo>
                <a:lnTo>
                  <a:pt x="643280" y="205324"/>
                </a:lnTo>
                <a:lnTo>
                  <a:pt x="643280" y="205324"/>
                </a:lnTo>
                <a:lnTo>
                  <a:pt x="616983" y="214427"/>
                </a:lnTo>
                <a:lnTo>
                  <a:pt x="591697" y="223530"/>
                </a:lnTo>
                <a:lnTo>
                  <a:pt x="566410" y="234656"/>
                </a:lnTo>
                <a:lnTo>
                  <a:pt x="542136" y="246793"/>
                </a:lnTo>
                <a:lnTo>
                  <a:pt x="542136" y="246793"/>
                </a:lnTo>
                <a:lnTo>
                  <a:pt x="535055" y="249827"/>
                </a:lnTo>
                <a:lnTo>
                  <a:pt x="528987" y="250839"/>
                </a:lnTo>
                <a:lnTo>
                  <a:pt x="522918" y="251850"/>
                </a:lnTo>
                <a:lnTo>
                  <a:pt x="515838" y="250839"/>
                </a:lnTo>
                <a:lnTo>
                  <a:pt x="509769" y="249827"/>
                </a:lnTo>
                <a:lnTo>
                  <a:pt x="503701" y="246793"/>
                </a:lnTo>
                <a:lnTo>
                  <a:pt x="497632" y="243759"/>
                </a:lnTo>
                <a:lnTo>
                  <a:pt x="492575" y="238701"/>
                </a:lnTo>
                <a:lnTo>
                  <a:pt x="405590" y="152728"/>
                </a:lnTo>
                <a:lnTo>
                  <a:pt x="405590" y="152728"/>
                </a:lnTo>
                <a:lnTo>
                  <a:pt x="400533" y="147671"/>
                </a:lnTo>
                <a:lnTo>
                  <a:pt x="394464" y="144637"/>
                </a:lnTo>
                <a:lnTo>
                  <a:pt x="388396" y="142614"/>
                </a:lnTo>
                <a:lnTo>
                  <a:pt x="381316" y="142614"/>
                </a:lnTo>
                <a:lnTo>
                  <a:pt x="381316" y="142614"/>
                </a:lnTo>
                <a:lnTo>
                  <a:pt x="375247" y="142614"/>
                </a:lnTo>
                <a:lnTo>
                  <a:pt x="369178" y="144637"/>
                </a:lnTo>
                <a:lnTo>
                  <a:pt x="363109" y="147671"/>
                </a:lnTo>
                <a:lnTo>
                  <a:pt x="358052" y="152728"/>
                </a:lnTo>
                <a:lnTo>
                  <a:pt x="152728" y="357040"/>
                </a:lnTo>
                <a:lnTo>
                  <a:pt x="152728" y="357040"/>
                </a:lnTo>
                <a:lnTo>
                  <a:pt x="148683" y="362098"/>
                </a:lnTo>
                <a:lnTo>
                  <a:pt x="145648" y="368166"/>
                </a:lnTo>
                <a:lnTo>
                  <a:pt x="143625" y="374235"/>
                </a:lnTo>
                <a:lnTo>
                  <a:pt x="142614" y="381315"/>
                </a:lnTo>
                <a:lnTo>
                  <a:pt x="143625" y="387384"/>
                </a:lnTo>
                <a:lnTo>
                  <a:pt x="145648" y="393453"/>
                </a:lnTo>
                <a:lnTo>
                  <a:pt x="148683" y="399521"/>
                </a:lnTo>
                <a:lnTo>
                  <a:pt x="152728" y="405590"/>
                </a:lnTo>
                <a:lnTo>
                  <a:pt x="239713" y="491563"/>
                </a:lnTo>
                <a:lnTo>
                  <a:pt x="239713" y="491563"/>
                </a:lnTo>
                <a:lnTo>
                  <a:pt x="243759" y="496620"/>
                </a:lnTo>
                <a:lnTo>
                  <a:pt x="247804" y="502689"/>
                </a:lnTo>
                <a:lnTo>
                  <a:pt x="249827" y="508757"/>
                </a:lnTo>
                <a:lnTo>
                  <a:pt x="251850" y="514826"/>
                </a:lnTo>
                <a:lnTo>
                  <a:pt x="252862" y="521906"/>
                </a:lnTo>
                <a:lnTo>
                  <a:pt x="251850" y="527975"/>
                </a:lnTo>
                <a:lnTo>
                  <a:pt x="250839" y="535055"/>
                </a:lnTo>
                <a:lnTo>
                  <a:pt x="247804" y="541124"/>
                </a:lnTo>
                <a:lnTo>
                  <a:pt x="247804" y="541124"/>
                </a:lnTo>
                <a:lnTo>
                  <a:pt x="235667" y="565398"/>
                </a:lnTo>
                <a:lnTo>
                  <a:pt x="224541" y="590684"/>
                </a:lnTo>
                <a:lnTo>
                  <a:pt x="214427" y="616982"/>
                </a:lnTo>
                <a:lnTo>
                  <a:pt x="205324" y="642268"/>
                </a:lnTo>
                <a:lnTo>
                  <a:pt x="205324" y="642268"/>
                </a:lnTo>
                <a:lnTo>
                  <a:pt x="203301" y="648337"/>
                </a:lnTo>
                <a:lnTo>
                  <a:pt x="199255" y="654406"/>
                </a:lnTo>
                <a:lnTo>
                  <a:pt x="195209" y="659463"/>
                </a:lnTo>
                <a:lnTo>
                  <a:pt x="190152" y="663509"/>
                </a:lnTo>
                <a:lnTo>
                  <a:pt x="185095" y="667554"/>
                </a:lnTo>
                <a:lnTo>
                  <a:pt x="179026" y="669577"/>
                </a:lnTo>
                <a:lnTo>
                  <a:pt x="172957" y="671600"/>
                </a:lnTo>
                <a:lnTo>
                  <a:pt x="165877" y="671600"/>
                </a:lnTo>
                <a:lnTo>
                  <a:pt x="42481" y="671600"/>
                </a:lnTo>
                <a:lnTo>
                  <a:pt x="42481" y="671600"/>
                </a:lnTo>
                <a:lnTo>
                  <a:pt x="35401" y="672612"/>
                </a:lnTo>
                <a:lnTo>
                  <a:pt x="29332" y="674635"/>
                </a:lnTo>
                <a:lnTo>
                  <a:pt x="23263" y="677669"/>
                </a:lnTo>
                <a:lnTo>
                  <a:pt x="18206" y="681715"/>
                </a:lnTo>
                <a:lnTo>
                  <a:pt x="14160" y="686772"/>
                </a:lnTo>
                <a:lnTo>
                  <a:pt x="11126" y="692841"/>
                </a:lnTo>
                <a:lnTo>
                  <a:pt x="9103" y="698909"/>
                </a:lnTo>
                <a:lnTo>
                  <a:pt x="8092" y="705989"/>
                </a:lnTo>
                <a:lnTo>
                  <a:pt x="8092" y="995263"/>
                </a:lnTo>
                <a:lnTo>
                  <a:pt x="8092" y="995263"/>
                </a:lnTo>
                <a:lnTo>
                  <a:pt x="9103" y="1002343"/>
                </a:lnTo>
                <a:lnTo>
                  <a:pt x="11126" y="1008412"/>
                </a:lnTo>
                <a:lnTo>
                  <a:pt x="14160" y="1014480"/>
                </a:lnTo>
                <a:lnTo>
                  <a:pt x="18206" y="1019538"/>
                </a:lnTo>
                <a:lnTo>
                  <a:pt x="23263" y="1023583"/>
                </a:lnTo>
                <a:lnTo>
                  <a:pt x="29332" y="1026618"/>
                </a:lnTo>
                <a:lnTo>
                  <a:pt x="35401" y="1028641"/>
                </a:lnTo>
                <a:lnTo>
                  <a:pt x="42481" y="1029652"/>
                </a:lnTo>
                <a:lnTo>
                  <a:pt x="165877" y="1029652"/>
                </a:lnTo>
                <a:lnTo>
                  <a:pt x="165877" y="1029652"/>
                </a:lnTo>
                <a:lnTo>
                  <a:pt x="172957" y="1029652"/>
                </a:lnTo>
                <a:lnTo>
                  <a:pt x="179026" y="1031675"/>
                </a:lnTo>
                <a:lnTo>
                  <a:pt x="185095" y="1033698"/>
                </a:lnTo>
                <a:lnTo>
                  <a:pt x="190152" y="1037744"/>
                </a:lnTo>
                <a:lnTo>
                  <a:pt x="195209" y="1041789"/>
                </a:lnTo>
                <a:lnTo>
                  <a:pt x="199255" y="1046847"/>
                </a:lnTo>
                <a:lnTo>
                  <a:pt x="203301" y="1052915"/>
                </a:lnTo>
                <a:lnTo>
                  <a:pt x="205324" y="1058984"/>
                </a:lnTo>
                <a:lnTo>
                  <a:pt x="205324" y="1058984"/>
                </a:lnTo>
                <a:lnTo>
                  <a:pt x="214427" y="1085282"/>
                </a:lnTo>
                <a:lnTo>
                  <a:pt x="224541" y="1110568"/>
                </a:lnTo>
                <a:lnTo>
                  <a:pt x="235667" y="1135854"/>
                </a:lnTo>
                <a:lnTo>
                  <a:pt x="247804" y="1160129"/>
                </a:lnTo>
                <a:lnTo>
                  <a:pt x="247804" y="1160129"/>
                </a:lnTo>
                <a:lnTo>
                  <a:pt x="250839" y="1166197"/>
                </a:lnTo>
                <a:lnTo>
                  <a:pt x="251850" y="1173277"/>
                </a:lnTo>
                <a:lnTo>
                  <a:pt x="252862" y="1179346"/>
                </a:lnTo>
                <a:lnTo>
                  <a:pt x="251850" y="1186426"/>
                </a:lnTo>
                <a:lnTo>
                  <a:pt x="249827" y="1192495"/>
                </a:lnTo>
                <a:lnTo>
                  <a:pt x="247804" y="1198564"/>
                </a:lnTo>
                <a:lnTo>
                  <a:pt x="243759" y="1204632"/>
                </a:lnTo>
                <a:lnTo>
                  <a:pt x="239713" y="1209689"/>
                </a:lnTo>
                <a:lnTo>
                  <a:pt x="152728" y="1296674"/>
                </a:lnTo>
                <a:lnTo>
                  <a:pt x="152728" y="1296674"/>
                </a:lnTo>
                <a:lnTo>
                  <a:pt x="148683" y="1301731"/>
                </a:lnTo>
                <a:lnTo>
                  <a:pt x="145648" y="1307800"/>
                </a:lnTo>
                <a:lnTo>
                  <a:pt x="143625" y="1313868"/>
                </a:lnTo>
                <a:lnTo>
                  <a:pt x="142614" y="1319937"/>
                </a:lnTo>
                <a:lnTo>
                  <a:pt x="143625" y="1327017"/>
                </a:lnTo>
                <a:lnTo>
                  <a:pt x="145648" y="1333086"/>
                </a:lnTo>
                <a:lnTo>
                  <a:pt x="148683" y="1339155"/>
                </a:lnTo>
                <a:lnTo>
                  <a:pt x="152728" y="1344212"/>
                </a:lnTo>
                <a:lnTo>
                  <a:pt x="358052" y="1549535"/>
                </a:lnTo>
                <a:lnTo>
                  <a:pt x="358052" y="1549535"/>
                </a:lnTo>
                <a:lnTo>
                  <a:pt x="363109" y="1553581"/>
                </a:lnTo>
                <a:lnTo>
                  <a:pt x="369178" y="1556615"/>
                </a:lnTo>
                <a:lnTo>
                  <a:pt x="375247" y="1558638"/>
                </a:lnTo>
                <a:lnTo>
                  <a:pt x="381316" y="1558638"/>
                </a:lnTo>
                <a:lnTo>
                  <a:pt x="381316" y="1558638"/>
                </a:lnTo>
                <a:lnTo>
                  <a:pt x="388396" y="1558638"/>
                </a:lnTo>
                <a:lnTo>
                  <a:pt x="394464" y="1556615"/>
                </a:lnTo>
                <a:lnTo>
                  <a:pt x="400533" y="1553581"/>
                </a:lnTo>
                <a:lnTo>
                  <a:pt x="405590" y="1549535"/>
                </a:lnTo>
                <a:lnTo>
                  <a:pt x="492575" y="1462551"/>
                </a:lnTo>
                <a:lnTo>
                  <a:pt x="492575" y="1462551"/>
                </a:lnTo>
                <a:lnTo>
                  <a:pt x="499655" y="1457494"/>
                </a:lnTo>
                <a:lnTo>
                  <a:pt x="506735" y="1453448"/>
                </a:lnTo>
                <a:lnTo>
                  <a:pt x="514827" y="1450414"/>
                </a:lnTo>
                <a:lnTo>
                  <a:pt x="522918" y="1449402"/>
                </a:lnTo>
                <a:lnTo>
                  <a:pt x="522918" y="1449402"/>
                </a:lnTo>
                <a:close/>
                <a:moveTo>
                  <a:pt x="851638" y="1275433"/>
                </a:moveTo>
                <a:lnTo>
                  <a:pt x="851638" y="1275433"/>
                </a:lnTo>
                <a:lnTo>
                  <a:pt x="829387" y="1274422"/>
                </a:lnTo>
                <a:lnTo>
                  <a:pt x="808146" y="1273411"/>
                </a:lnTo>
                <a:lnTo>
                  <a:pt x="786906" y="1270376"/>
                </a:lnTo>
                <a:lnTo>
                  <a:pt x="765665" y="1266330"/>
                </a:lnTo>
                <a:lnTo>
                  <a:pt x="745436" y="1262285"/>
                </a:lnTo>
                <a:lnTo>
                  <a:pt x="725208" y="1256216"/>
                </a:lnTo>
                <a:lnTo>
                  <a:pt x="705990" y="1249136"/>
                </a:lnTo>
                <a:lnTo>
                  <a:pt x="686773" y="1242056"/>
                </a:lnTo>
                <a:lnTo>
                  <a:pt x="667555" y="1232953"/>
                </a:lnTo>
                <a:lnTo>
                  <a:pt x="649349" y="1223850"/>
                </a:lnTo>
                <a:lnTo>
                  <a:pt x="631143" y="1213735"/>
                </a:lnTo>
                <a:lnTo>
                  <a:pt x="613948" y="1202609"/>
                </a:lnTo>
                <a:lnTo>
                  <a:pt x="597765" y="1190472"/>
                </a:lnTo>
                <a:lnTo>
                  <a:pt x="581582" y="1178335"/>
                </a:lnTo>
                <a:lnTo>
                  <a:pt x="566410" y="1165186"/>
                </a:lnTo>
                <a:lnTo>
                  <a:pt x="551239" y="1151026"/>
                </a:lnTo>
                <a:lnTo>
                  <a:pt x="537078" y="1135854"/>
                </a:lnTo>
                <a:lnTo>
                  <a:pt x="523930" y="1120682"/>
                </a:lnTo>
                <a:lnTo>
                  <a:pt x="511792" y="1104499"/>
                </a:lnTo>
                <a:lnTo>
                  <a:pt x="499655" y="1088316"/>
                </a:lnTo>
                <a:lnTo>
                  <a:pt x="488529" y="1071121"/>
                </a:lnTo>
                <a:lnTo>
                  <a:pt x="478414" y="1052915"/>
                </a:lnTo>
                <a:lnTo>
                  <a:pt x="469311" y="1034709"/>
                </a:lnTo>
                <a:lnTo>
                  <a:pt x="460208" y="1015492"/>
                </a:lnTo>
                <a:lnTo>
                  <a:pt x="453128" y="996274"/>
                </a:lnTo>
                <a:lnTo>
                  <a:pt x="446048" y="977057"/>
                </a:lnTo>
                <a:lnTo>
                  <a:pt x="439979" y="956828"/>
                </a:lnTo>
                <a:lnTo>
                  <a:pt x="435934" y="936599"/>
                </a:lnTo>
                <a:lnTo>
                  <a:pt x="431888" y="915359"/>
                </a:lnTo>
                <a:lnTo>
                  <a:pt x="428854" y="894118"/>
                </a:lnTo>
                <a:lnTo>
                  <a:pt x="427842" y="872878"/>
                </a:lnTo>
                <a:lnTo>
                  <a:pt x="426831" y="850626"/>
                </a:lnTo>
                <a:lnTo>
                  <a:pt x="426831" y="850626"/>
                </a:lnTo>
                <a:lnTo>
                  <a:pt x="427842" y="829386"/>
                </a:lnTo>
                <a:lnTo>
                  <a:pt x="428854" y="807134"/>
                </a:lnTo>
                <a:lnTo>
                  <a:pt x="431888" y="785894"/>
                </a:lnTo>
                <a:lnTo>
                  <a:pt x="435934" y="765665"/>
                </a:lnTo>
                <a:lnTo>
                  <a:pt x="439979" y="744424"/>
                </a:lnTo>
                <a:lnTo>
                  <a:pt x="446048" y="724195"/>
                </a:lnTo>
                <a:lnTo>
                  <a:pt x="453128" y="704978"/>
                </a:lnTo>
                <a:lnTo>
                  <a:pt x="460208" y="685760"/>
                </a:lnTo>
                <a:lnTo>
                  <a:pt x="469311" y="666543"/>
                </a:lnTo>
                <a:lnTo>
                  <a:pt x="478414" y="648337"/>
                </a:lnTo>
                <a:lnTo>
                  <a:pt x="488529" y="631142"/>
                </a:lnTo>
                <a:lnTo>
                  <a:pt x="499655" y="613948"/>
                </a:lnTo>
                <a:lnTo>
                  <a:pt x="511792" y="596753"/>
                </a:lnTo>
                <a:lnTo>
                  <a:pt x="523930" y="580570"/>
                </a:lnTo>
                <a:lnTo>
                  <a:pt x="537078" y="565398"/>
                </a:lnTo>
                <a:lnTo>
                  <a:pt x="551239" y="550227"/>
                </a:lnTo>
                <a:lnTo>
                  <a:pt x="566410" y="537078"/>
                </a:lnTo>
                <a:lnTo>
                  <a:pt x="581582" y="522918"/>
                </a:lnTo>
                <a:lnTo>
                  <a:pt x="597765" y="510780"/>
                </a:lnTo>
                <a:lnTo>
                  <a:pt x="613948" y="498643"/>
                </a:lnTo>
                <a:lnTo>
                  <a:pt x="631143" y="487517"/>
                </a:lnTo>
                <a:lnTo>
                  <a:pt x="649349" y="477403"/>
                </a:lnTo>
                <a:lnTo>
                  <a:pt x="667555" y="468300"/>
                </a:lnTo>
                <a:lnTo>
                  <a:pt x="686773" y="459197"/>
                </a:lnTo>
                <a:lnTo>
                  <a:pt x="705990" y="452116"/>
                </a:lnTo>
                <a:lnTo>
                  <a:pt x="725208" y="445036"/>
                </a:lnTo>
                <a:lnTo>
                  <a:pt x="745436" y="439979"/>
                </a:lnTo>
                <a:lnTo>
                  <a:pt x="765665" y="434922"/>
                </a:lnTo>
                <a:lnTo>
                  <a:pt x="786906" y="430876"/>
                </a:lnTo>
                <a:lnTo>
                  <a:pt x="808146" y="428853"/>
                </a:lnTo>
                <a:lnTo>
                  <a:pt x="829387" y="426830"/>
                </a:lnTo>
                <a:lnTo>
                  <a:pt x="851638" y="425819"/>
                </a:lnTo>
                <a:lnTo>
                  <a:pt x="851638" y="425819"/>
                </a:lnTo>
                <a:lnTo>
                  <a:pt x="872879" y="426830"/>
                </a:lnTo>
                <a:lnTo>
                  <a:pt x="895131" y="428853"/>
                </a:lnTo>
                <a:lnTo>
                  <a:pt x="916371" y="430876"/>
                </a:lnTo>
                <a:lnTo>
                  <a:pt x="936600" y="434922"/>
                </a:lnTo>
                <a:lnTo>
                  <a:pt x="957840" y="439979"/>
                </a:lnTo>
                <a:lnTo>
                  <a:pt x="977058" y="445036"/>
                </a:lnTo>
                <a:lnTo>
                  <a:pt x="997287" y="452116"/>
                </a:lnTo>
                <a:lnTo>
                  <a:pt x="1016504" y="459197"/>
                </a:lnTo>
                <a:lnTo>
                  <a:pt x="1035722" y="468300"/>
                </a:lnTo>
                <a:lnTo>
                  <a:pt x="1053928" y="477403"/>
                </a:lnTo>
                <a:lnTo>
                  <a:pt x="1071122" y="487517"/>
                </a:lnTo>
                <a:lnTo>
                  <a:pt x="1088317" y="498643"/>
                </a:lnTo>
                <a:lnTo>
                  <a:pt x="1105512" y="510780"/>
                </a:lnTo>
                <a:lnTo>
                  <a:pt x="1121695" y="522918"/>
                </a:lnTo>
                <a:lnTo>
                  <a:pt x="1136866" y="537078"/>
                </a:lnTo>
                <a:lnTo>
                  <a:pt x="1151027" y="550227"/>
                </a:lnTo>
                <a:lnTo>
                  <a:pt x="1165187" y="565398"/>
                </a:lnTo>
                <a:lnTo>
                  <a:pt x="1179347" y="580570"/>
                </a:lnTo>
                <a:lnTo>
                  <a:pt x="1191485" y="596753"/>
                </a:lnTo>
                <a:lnTo>
                  <a:pt x="1203622" y="613948"/>
                </a:lnTo>
                <a:lnTo>
                  <a:pt x="1214748" y="631142"/>
                </a:lnTo>
                <a:lnTo>
                  <a:pt x="1224862" y="648337"/>
                </a:lnTo>
                <a:lnTo>
                  <a:pt x="1233965" y="666543"/>
                </a:lnTo>
                <a:lnTo>
                  <a:pt x="1242057" y="685760"/>
                </a:lnTo>
                <a:lnTo>
                  <a:pt x="1250149" y="704978"/>
                </a:lnTo>
                <a:lnTo>
                  <a:pt x="1257229" y="724195"/>
                </a:lnTo>
                <a:lnTo>
                  <a:pt x="1262286" y="744424"/>
                </a:lnTo>
                <a:lnTo>
                  <a:pt x="1267343" y="765665"/>
                </a:lnTo>
                <a:lnTo>
                  <a:pt x="1271389" y="785894"/>
                </a:lnTo>
                <a:lnTo>
                  <a:pt x="1273412" y="807134"/>
                </a:lnTo>
                <a:lnTo>
                  <a:pt x="1275435" y="829386"/>
                </a:lnTo>
                <a:lnTo>
                  <a:pt x="1275435" y="850626"/>
                </a:lnTo>
                <a:lnTo>
                  <a:pt x="1275435" y="850626"/>
                </a:lnTo>
                <a:lnTo>
                  <a:pt x="1275435" y="872878"/>
                </a:lnTo>
                <a:lnTo>
                  <a:pt x="1273412" y="894118"/>
                </a:lnTo>
                <a:lnTo>
                  <a:pt x="1271389" y="915359"/>
                </a:lnTo>
                <a:lnTo>
                  <a:pt x="1267343" y="936599"/>
                </a:lnTo>
                <a:lnTo>
                  <a:pt x="1262286" y="956828"/>
                </a:lnTo>
                <a:lnTo>
                  <a:pt x="1257229" y="977057"/>
                </a:lnTo>
                <a:lnTo>
                  <a:pt x="1250149" y="996274"/>
                </a:lnTo>
                <a:lnTo>
                  <a:pt x="1242057" y="1015492"/>
                </a:lnTo>
                <a:lnTo>
                  <a:pt x="1233965" y="1034709"/>
                </a:lnTo>
                <a:lnTo>
                  <a:pt x="1224862" y="1052915"/>
                </a:lnTo>
                <a:lnTo>
                  <a:pt x="1214748" y="1071121"/>
                </a:lnTo>
                <a:lnTo>
                  <a:pt x="1203622" y="1088316"/>
                </a:lnTo>
                <a:lnTo>
                  <a:pt x="1191485" y="1104499"/>
                </a:lnTo>
                <a:lnTo>
                  <a:pt x="1179347" y="1120682"/>
                </a:lnTo>
                <a:lnTo>
                  <a:pt x="1165187" y="1135854"/>
                </a:lnTo>
                <a:lnTo>
                  <a:pt x="1151027" y="1151026"/>
                </a:lnTo>
                <a:lnTo>
                  <a:pt x="1136866" y="1165186"/>
                </a:lnTo>
                <a:lnTo>
                  <a:pt x="1121695" y="1178335"/>
                </a:lnTo>
                <a:lnTo>
                  <a:pt x="1105512" y="1190472"/>
                </a:lnTo>
                <a:lnTo>
                  <a:pt x="1088317" y="1202609"/>
                </a:lnTo>
                <a:lnTo>
                  <a:pt x="1071122" y="1213735"/>
                </a:lnTo>
                <a:lnTo>
                  <a:pt x="1053928" y="1223850"/>
                </a:lnTo>
                <a:lnTo>
                  <a:pt x="1035722" y="1232953"/>
                </a:lnTo>
                <a:lnTo>
                  <a:pt x="1016504" y="1242056"/>
                </a:lnTo>
                <a:lnTo>
                  <a:pt x="997287" y="1249136"/>
                </a:lnTo>
                <a:lnTo>
                  <a:pt x="977058" y="1256216"/>
                </a:lnTo>
                <a:lnTo>
                  <a:pt x="957840" y="1262285"/>
                </a:lnTo>
                <a:lnTo>
                  <a:pt x="936600" y="1266330"/>
                </a:lnTo>
                <a:lnTo>
                  <a:pt x="916371" y="1270376"/>
                </a:lnTo>
                <a:lnTo>
                  <a:pt x="895131" y="1273411"/>
                </a:lnTo>
                <a:lnTo>
                  <a:pt x="872879" y="1274422"/>
                </a:lnTo>
                <a:lnTo>
                  <a:pt x="851638" y="1275433"/>
                </a:lnTo>
                <a:lnTo>
                  <a:pt x="851638" y="1275433"/>
                </a:lnTo>
                <a:close/>
                <a:moveTo>
                  <a:pt x="851638" y="433910"/>
                </a:moveTo>
                <a:lnTo>
                  <a:pt x="851638" y="433910"/>
                </a:lnTo>
                <a:lnTo>
                  <a:pt x="830398" y="434922"/>
                </a:lnTo>
                <a:lnTo>
                  <a:pt x="809158" y="436945"/>
                </a:lnTo>
                <a:lnTo>
                  <a:pt x="787917" y="438968"/>
                </a:lnTo>
                <a:lnTo>
                  <a:pt x="767688" y="443013"/>
                </a:lnTo>
                <a:lnTo>
                  <a:pt x="747459" y="447059"/>
                </a:lnTo>
                <a:lnTo>
                  <a:pt x="727230" y="453128"/>
                </a:lnTo>
                <a:lnTo>
                  <a:pt x="708013" y="459197"/>
                </a:lnTo>
                <a:lnTo>
                  <a:pt x="689807" y="467288"/>
                </a:lnTo>
                <a:lnTo>
                  <a:pt x="670589" y="475380"/>
                </a:lnTo>
                <a:lnTo>
                  <a:pt x="653395" y="484483"/>
                </a:lnTo>
                <a:lnTo>
                  <a:pt x="635189" y="494597"/>
                </a:lnTo>
                <a:lnTo>
                  <a:pt x="619006" y="505723"/>
                </a:lnTo>
                <a:lnTo>
                  <a:pt x="602822" y="516849"/>
                </a:lnTo>
                <a:lnTo>
                  <a:pt x="586639" y="529998"/>
                </a:lnTo>
                <a:lnTo>
                  <a:pt x="571468" y="542135"/>
                </a:lnTo>
                <a:lnTo>
                  <a:pt x="557307" y="556295"/>
                </a:lnTo>
                <a:lnTo>
                  <a:pt x="543147" y="570456"/>
                </a:lnTo>
                <a:lnTo>
                  <a:pt x="529998" y="585627"/>
                </a:lnTo>
                <a:lnTo>
                  <a:pt x="517861" y="601810"/>
                </a:lnTo>
                <a:lnTo>
                  <a:pt x="505724" y="617994"/>
                </a:lnTo>
                <a:lnTo>
                  <a:pt x="495609" y="635188"/>
                </a:lnTo>
                <a:lnTo>
                  <a:pt x="485495" y="652383"/>
                </a:lnTo>
                <a:lnTo>
                  <a:pt x="476392" y="670589"/>
                </a:lnTo>
                <a:lnTo>
                  <a:pt x="467289" y="688795"/>
                </a:lnTo>
                <a:lnTo>
                  <a:pt x="460208" y="708012"/>
                </a:lnTo>
                <a:lnTo>
                  <a:pt x="454140" y="727230"/>
                </a:lnTo>
                <a:lnTo>
                  <a:pt x="448071" y="746447"/>
                </a:lnTo>
                <a:lnTo>
                  <a:pt x="443014" y="766676"/>
                </a:lnTo>
                <a:lnTo>
                  <a:pt x="439979" y="786905"/>
                </a:lnTo>
                <a:lnTo>
                  <a:pt x="436945" y="808145"/>
                </a:lnTo>
                <a:lnTo>
                  <a:pt x="435934" y="829386"/>
                </a:lnTo>
                <a:lnTo>
                  <a:pt x="434922" y="850626"/>
                </a:lnTo>
                <a:lnTo>
                  <a:pt x="434922" y="850626"/>
                </a:lnTo>
                <a:lnTo>
                  <a:pt x="435934" y="871866"/>
                </a:lnTo>
                <a:lnTo>
                  <a:pt x="436945" y="893107"/>
                </a:lnTo>
                <a:lnTo>
                  <a:pt x="439979" y="914347"/>
                </a:lnTo>
                <a:lnTo>
                  <a:pt x="443014" y="934576"/>
                </a:lnTo>
                <a:lnTo>
                  <a:pt x="448071" y="954805"/>
                </a:lnTo>
                <a:lnTo>
                  <a:pt x="454140" y="974023"/>
                </a:lnTo>
                <a:lnTo>
                  <a:pt x="460208" y="994251"/>
                </a:lnTo>
                <a:lnTo>
                  <a:pt x="467289" y="1012457"/>
                </a:lnTo>
                <a:lnTo>
                  <a:pt x="476392" y="1030663"/>
                </a:lnTo>
                <a:lnTo>
                  <a:pt x="485495" y="1048870"/>
                </a:lnTo>
                <a:lnTo>
                  <a:pt x="495609" y="1066064"/>
                </a:lnTo>
                <a:lnTo>
                  <a:pt x="505724" y="1083259"/>
                </a:lnTo>
                <a:lnTo>
                  <a:pt x="517861" y="1099442"/>
                </a:lnTo>
                <a:lnTo>
                  <a:pt x="529998" y="1115625"/>
                </a:lnTo>
                <a:lnTo>
                  <a:pt x="543147" y="1130797"/>
                </a:lnTo>
                <a:lnTo>
                  <a:pt x="557307" y="1144957"/>
                </a:lnTo>
                <a:lnTo>
                  <a:pt x="571468" y="1159117"/>
                </a:lnTo>
                <a:lnTo>
                  <a:pt x="586639" y="1172266"/>
                </a:lnTo>
                <a:lnTo>
                  <a:pt x="602822" y="1184403"/>
                </a:lnTo>
                <a:lnTo>
                  <a:pt x="619006" y="1195529"/>
                </a:lnTo>
                <a:lnTo>
                  <a:pt x="635189" y="1206655"/>
                </a:lnTo>
                <a:lnTo>
                  <a:pt x="653395" y="1216770"/>
                </a:lnTo>
                <a:lnTo>
                  <a:pt x="670589" y="1225873"/>
                </a:lnTo>
                <a:lnTo>
                  <a:pt x="689807" y="1233964"/>
                </a:lnTo>
                <a:lnTo>
                  <a:pt x="708013" y="1242056"/>
                </a:lnTo>
                <a:lnTo>
                  <a:pt x="727230" y="1248124"/>
                </a:lnTo>
                <a:lnTo>
                  <a:pt x="747459" y="1254193"/>
                </a:lnTo>
                <a:lnTo>
                  <a:pt x="767688" y="1258239"/>
                </a:lnTo>
                <a:lnTo>
                  <a:pt x="787917" y="1262285"/>
                </a:lnTo>
                <a:lnTo>
                  <a:pt x="809158" y="1265319"/>
                </a:lnTo>
                <a:lnTo>
                  <a:pt x="830398" y="1266330"/>
                </a:lnTo>
                <a:lnTo>
                  <a:pt x="851638" y="1267342"/>
                </a:lnTo>
                <a:lnTo>
                  <a:pt x="851638" y="1267342"/>
                </a:lnTo>
                <a:lnTo>
                  <a:pt x="872879" y="1266330"/>
                </a:lnTo>
                <a:lnTo>
                  <a:pt x="894119" y="1265319"/>
                </a:lnTo>
                <a:lnTo>
                  <a:pt x="914348" y="1262285"/>
                </a:lnTo>
                <a:lnTo>
                  <a:pt x="935589" y="1258239"/>
                </a:lnTo>
                <a:lnTo>
                  <a:pt x="955817" y="1254193"/>
                </a:lnTo>
                <a:lnTo>
                  <a:pt x="975035" y="1248124"/>
                </a:lnTo>
                <a:lnTo>
                  <a:pt x="994252" y="1242056"/>
                </a:lnTo>
                <a:lnTo>
                  <a:pt x="1013470" y="1233964"/>
                </a:lnTo>
                <a:lnTo>
                  <a:pt x="1031676" y="1225873"/>
                </a:lnTo>
                <a:lnTo>
                  <a:pt x="1049882" y="1216770"/>
                </a:lnTo>
                <a:lnTo>
                  <a:pt x="1067077" y="1206655"/>
                </a:lnTo>
                <a:lnTo>
                  <a:pt x="1084271" y="1195529"/>
                </a:lnTo>
                <a:lnTo>
                  <a:pt x="1100454" y="1184403"/>
                </a:lnTo>
                <a:lnTo>
                  <a:pt x="1116638" y="1172266"/>
                </a:lnTo>
                <a:lnTo>
                  <a:pt x="1130798" y="1159117"/>
                </a:lnTo>
                <a:lnTo>
                  <a:pt x="1145970" y="1144957"/>
                </a:lnTo>
                <a:lnTo>
                  <a:pt x="1159118" y="1130797"/>
                </a:lnTo>
                <a:lnTo>
                  <a:pt x="1172267" y="1115625"/>
                </a:lnTo>
                <a:lnTo>
                  <a:pt x="1185416" y="1099442"/>
                </a:lnTo>
                <a:lnTo>
                  <a:pt x="1196542" y="1083259"/>
                </a:lnTo>
                <a:lnTo>
                  <a:pt x="1207668" y="1066064"/>
                </a:lnTo>
                <a:lnTo>
                  <a:pt x="1217782" y="1048870"/>
                </a:lnTo>
                <a:lnTo>
                  <a:pt x="1226885" y="1030663"/>
                </a:lnTo>
                <a:lnTo>
                  <a:pt x="1234977" y="1012457"/>
                </a:lnTo>
                <a:lnTo>
                  <a:pt x="1242057" y="994251"/>
                </a:lnTo>
                <a:lnTo>
                  <a:pt x="1249137" y="974023"/>
                </a:lnTo>
                <a:lnTo>
                  <a:pt x="1255206" y="954805"/>
                </a:lnTo>
                <a:lnTo>
                  <a:pt x="1259252" y="934576"/>
                </a:lnTo>
                <a:lnTo>
                  <a:pt x="1263297" y="914347"/>
                </a:lnTo>
                <a:lnTo>
                  <a:pt x="1265320" y="893107"/>
                </a:lnTo>
                <a:lnTo>
                  <a:pt x="1267343" y="871866"/>
                </a:lnTo>
                <a:lnTo>
                  <a:pt x="1267343" y="850626"/>
                </a:lnTo>
                <a:lnTo>
                  <a:pt x="1267343" y="850626"/>
                </a:lnTo>
                <a:lnTo>
                  <a:pt x="1267343" y="829386"/>
                </a:lnTo>
                <a:lnTo>
                  <a:pt x="1265320" y="808145"/>
                </a:lnTo>
                <a:lnTo>
                  <a:pt x="1263297" y="786905"/>
                </a:lnTo>
                <a:lnTo>
                  <a:pt x="1259252" y="766676"/>
                </a:lnTo>
                <a:lnTo>
                  <a:pt x="1255206" y="746447"/>
                </a:lnTo>
                <a:lnTo>
                  <a:pt x="1249137" y="727230"/>
                </a:lnTo>
                <a:lnTo>
                  <a:pt x="1242057" y="708012"/>
                </a:lnTo>
                <a:lnTo>
                  <a:pt x="1234977" y="688795"/>
                </a:lnTo>
                <a:lnTo>
                  <a:pt x="1226885" y="670589"/>
                </a:lnTo>
                <a:lnTo>
                  <a:pt x="1217782" y="652383"/>
                </a:lnTo>
                <a:lnTo>
                  <a:pt x="1207668" y="635188"/>
                </a:lnTo>
                <a:lnTo>
                  <a:pt x="1196542" y="617994"/>
                </a:lnTo>
                <a:lnTo>
                  <a:pt x="1185416" y="601810"/>
                </a:lnTo>
                <a:lnTo>
                  <a:pt x="1172267" y="585627"/>
                </a:lnTo>
                <a:lnTo>
                  <a:pt x="1159118" y="570456"/>
                </a:lnTo>
                <a:lnTo>
                  <a:pt x="1145970" y="556295"/>
                </a:lnTo>
                <a:lnTo>
                  <a:pt x="1130798" y="542135"/>
                </a:lnTo>
                <a:lnTo>
                  <a:pt x="1116638" y="529998"/>
                </a:lnTo>
                <a:lnTo>
                  <a:pt x="1100454" y="516849"/>
                </a:lnTo>
                <a:lnTo>
                  <a:pt x="1084271" y="505723"/>
                </a:lnTo>
                <a:lnTo>
                  <a:pt x="1067077" y="494597"/>
                </a:lnTo>
                <a:lnTo>
                  <a:pt x="1049882" y="484483"/>
                </a:lnTo>
                <a:lnTo>
                  <a:pt x="1031676" y="475380"/>
                </a:lnTo>
                <a:lnTo>
                  <a:pt x="1013470" y="467288"/>
                </a:lnTo>
                <a:lnTo>
                  <a:pt x="994252" y="459197"/>
                </a:lnTo>
                <a:lnTo>
                  <a:pt x="975035" y="453128"/>
                </a:lnTo>
                <a:lnTo>
                  <a:pt x="955817" y="447059"/>
                </a:lnTo>
                <a:lnTo>
                  <a:pt x="935589" y="443013"/>
                </a:lnTo>
                <a:lnTo>
                  <a:pt x="914348" y="438968"/>
                </a:lnTo>
                <a:lnTo>
                  <a:pt x="894119" y="436945"/>
                </a:lnTo>
                <a:lnTo>
                  <a:pt x="872879" y="434922"/>
                </a:lnTo>
                <a:lnTo>
                  <a:pt x="851638" y="433910"/>
                </a:lnTo>
                <a:lnTo>
                  <a:pt x="851638" y="433910"/>
                </a:lnTo>
                <a:close/>
              </a:path>
            </a:pathLst>
          </a:custGeom>
          <a:solidFill>
            <a:srgbClr val="D8D8D8"/>
          </a:solidFill>
          <a:ln cap="flat" cmpd="sng" w="9525">
            <a:solidFill>
              <a:srgbClr val="174D9D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 txBox="1"/>
          <p:nvPr/>
        </p:nvSpPr>
        <p:spPr>
          <a:xfrm>
            <a:off x="1531271" y="673536"/>
            <a:ext cx="12525767" cy="13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183515" rtl="0" algn="l">
              <a:lnSpc>
                <a:spcPct val="100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8800">
                <a:solidFill>
                  <a:srgbClr val="174D9D"/>
                </a:solidFill>
                <a:latin typeface="Poppins"/>
                <a:ea typeface="Poppins"/>
                <a:cs typeface="Poppins"/>
                <a:sym typeface="Poppins"/>
              </a:rPr>
              <a:t>Тест­­­­-кейсы</a:t>
            </a:r>
            <a:endParaRPr b="1" sz="8800">
              <a:solidFill>
                <a:srgbClr val="174D9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8" name="Google Shape;138;p6"/>
          <p:cNvSpPr txBox="1"/>
          <p:nvPr/>
        </p:nvSpPr>
        <p:spPr>
          <a:xfrm>
            <a:off x="1385319" y="1978531"/>
            <a:ext cx="15781477" cy="772006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5000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  <a:t>В процессе работы</a:t>
            </a:r>
            <a:r>
              <a:rPr b="0" lang="ru-RU" sz="5000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  <a:t> был разработан и выполнен план тестирования, включающий 10 детальных тест-кейсов. Для повышения демонстрации навыков автоматизации разработаны три сценария — поиск товара, добавление в корзину и управление избранным — были автоматизированы.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5000">
              <a:solidFill>
                <a:srgbClr val="0C0C0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3500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  <a:t>Ссылка на тест-кейсы:</a:t>
            </a:r>
            <a:endParaRPr/>
          </a:p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800"/>
              <a:buFont typeface="Poppins"/>
              <a:buAutoNum type="arabicParenR"/>
            </a:pPr>
            <a:r>
              <a:rPr b="0" lang="ru-RU" sz="2800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  <a:t>ручные</a:t>
            </a:r>
            <a:r>
              <a:rPr b="0" lang="ru-RU" sz="3500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0" lang="ru-RU" sz="2000" u="sng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https://docs.google.com/spreadsheets/d/16XygjRSyM3BcBCtxBovcxNmIvaEektegDW_vsxgNiwM/edit?gid=0#gid=0</a:t>
            </a:r>
            <a:endParaRPr b="0" sz="2000">
              <a:solidFill>
                <a:srgbClr val="0C0C0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800"/>
              <a:buFont typeface="Poppins"/>
              <a:buAutoNum type="arabicParenR"/>
            </a:pPr>
            <a:r>
              <a:rPr b="0" lang="ru-RU" sz="2800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  <a:t>авто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2000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  <a:t>	</a:t>
            </a:r>
            <a:r>
              <a:rPr b="0" lang="ru-RU" sz="2000" u="sng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https://github.com/pepd62/Leo/blob/main/src/test/java/LeoTests.java</a:t>
            </a:r>
            <a:endParaRPr b="0" sz="2000">
              <a:solidFill>
                <a:srgbClr val="0C0C0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-6108207" y="5143500"/>
            <a:ext cx="7010030" cy="7010030"/>
          </a:xfrm>
          <a:prstGeom prst="ellipse">
            <a:avLst/>
          </a:prstGeom>
          <a:solidFill>
            <a:srgbClr val="1450A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12334284" y="-6417445"/>
            <a:ext cx="8021654" cy="8021654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"/>
          <p:cNvSpPr/>
          <p:nvPr/>
        </p:nvSpPr>
        <p:spPr>
          <a:xfrm>
            <a:off x="-5986211" y="6202425"/>
            <a:ext cx="8167546" cy="8169150"/>
          </a:xfrm>
          <a:custGeom>
            <a:rect b="b" l="l" r="r" t="t"/>
            <a:pathLst>
              <a:path extrusionOk="0" h="1702264" w="1702265">
                <a:moveTo>
                  <a:pt x="996275" y="1702264"/>
                </a:moveTo>
                <a:lnTo>
                  <a:pt x="707001" y="1702264"/>
                </a:lnTo>
                <a:lnTo>
                  <a:pt x="707001" y="1702264"/>
                </a:lnTo>
                <a:lnTo>
                  <a:pt x="697898" y="1701252"/>
                </a:lnTo>
                <a:lnTo>
                  <a:pt x="689807" y="1698218"/>
                </a:lnTo>
                <a:lnTo>
                  <a:pt x="682727" y="1694172"/>
                </a:lnTo>
                <a:lnTo>
                  <a:pt x="676658" y="1689115"/>
                </a:lnTo>
                <a:lnTo>
                  <a:pt x="671601" y="1683046"/>
                </a:lnTo>
                <a:lnTo>
                  <a:pt x="667555" y="1675966"/>
                </a:lnTo>
                <a:lnTo>
                  <a:pt x="665532" y="1667874"/>
                </a:lnTo>
                <a:lnTo>
                  <a:pt x="664521" y="1659783"/>
                </a:lnTo>
                <a:lnTo>
                  <a:pt x="664521" y="1536386"/>
                </a:lnTo>
                <a:lnTo>
                  <a:pt x="664521" y="1536386"/>
                </a:lnTo>
                <a:lnTo>
                  <a:pt x="664521" y="1530318"/>
                </a:lnTo>
                <a:lnTo>
                  <a:pt x="662498" y="1525261"/>
                </a:lnTo>
                <a:lnTo>
                  <a:pt x="660475" y="1521215"/>
                </a:lnTo>
                <a:lnTo>
                  <a:pt x="658452" y="1516158"/>
                </a:lnTo>
                <a:lnTo>
                  <a:pt x="654406" y="1512112"/>
                </a:lnTo>
                <a:lnTo>
                  <a:pt x="650360" y="1509077"/>
                </a:lnTo>
                <a:lnTo>
                  <a:pt x="645303" y="1506043"/>
                </a:lnTo>
                <a:lnTo>
                  <a:pt x="640246" y="1504020"/>
                </a:lnTo>
                <a:lnTo>
                  <a:pt x="640246" y="1504020"/>
                </a:lnTo>
                <a:lnTo>
                  <a:pt x="613948" y="1494917"/>
                </a:lnTo>
                <a:lnTo>
                  <a:pt x="588662" y="1484803"/>
                </a:lnTo>
                <a:lnTo>
                  <a:pt x="563376" y="1473677"/>
                </a:lnTo>
                <a:lnTo>
                  <a:pt x="538090" y="1461539"/>
                </a:lnTo>
                <a:lnTo>
                  <a:pt x="538090" y="1461539"/>
                </a:lnTo>
                <a:lnTo>
                  <a:pt x="533033" y="1459517"/>
                </a:lnTo>
                <a:lnTo>
                  <a:pt x="527975" y="1458505"/>
                </a:lnTo>
                <a:lnTo>
                  <a:pt x="522918" y="1457494"/>
                </a:lnTo>
                <a:lnTo>
                  <a:pt x="516849" y="1458505"/>
                </a:lnTo>
                <a:lnTo>
                  <a:pt x="511792" y="1459517"/>
                </a:lnTo>
                <a:lnTo>
                  <a:pt x="506735" y="1461539"/>
                </a:lnTo>
                <a:lnTo>
                  <a:pt x="502689" y="1464574"/>
                </a:lnTo>
                <a:lnTo>
                  <a:pt x="498643" y="1468620"/>
                </a:lnTo>
                <a:lnTo>
                  <a:pt x="411659" y="1554592"/>
                </a:lnTo>
                <a:lnTo>
                  <a:pt x="411659" y="1554592"/>
                </a:lnTo>
                <a:lnTo>
                  <a:pt x="405590" y="1559650"/>
                </a:lnTo>
                <a:lnTo>
                  <a:pt x="397499" y="1563696"/>
                </a:lnTo>
                <a:lnTo>
                  <a:pt x="390419" y="1566730"/>
                </a:lnTo>
                <a:lnTo>
                  <a:pt x="381316" y="1566730"/>
                </a:lnTo>
                <a:lnTo>
                  <a:pt x="381316" y="1566730"/>
                </a:lnTo>
                <a:lnTo>
                  <a:pt x="373224" y="1566730"/>
                </a:lnTo>
                <a:lnTo>
                  <a:pt x="365132" y="1563696"/>
                </a:lnTo>
                <a:lnTo>
                  <a:pt x="358052" y="1559650"/>
                </a:lnTo>
                <a:lnTo>
                  <a:pt x="351984" y="1554592"/>
                </a:lnTo>
                <a:lnTo>
                  <a:pt x="147671" y="1350280"/>
                </a:lnTo>
                <a:lnTo>
                  <a:pt x="147671" y="1350280"/>
                </a:lnTo>
                <a:lnTo>
                  <a:pt x="141603" y="1343200"/>
                </a:lnTo>
                <a:lnTo>
                  <a:pt x="137557" y="1336120"/>
                </a:lnTo>
                <a:lnTo>
                  <a:pt x="135534" y="1328029"/>
                </a:lnTo>
                <a:lnTo>
                  <a:pt x="134522" y="1319937"/>
                </a:lnTo>
                <a:lnTo>
                  <a:pt x="135534" y="1312857"/>
                </a:lnTo>
                <a:lnTo>
                  <a:pt x="137557" y="1304765"/>
                </a:lnTo>
                <a:lnTo>
                  <a:pt x="141603" y="1297685"/>
                </a:lnTo>
                <a:lnTo>
                  <a:pt x="147671" y="1290605"/>
                </a:lnTo>
                <a:lnTo>
                  <a:pt x="233644" y="1203621"/>
                </a:lnTo>
                <a:lnTo>
                  <a:pt x="233644" y="1203621"/>
                </a:lnTo>
                <a:lnTo>
                  <a:pt x="237690" y="1199575"/>
                </a:lnTo>
                <a:lnTo>
                  <a:pt x="240724" y="1195529"/>
                </a:lnTo>
                <a:lnTo>
                  <a:pt x="242747" y="1190472"/>
                </a:lnTo>
                <a:lnTo>
                  <a:pt x="243759" y="1185415"/>
                </a:lnTo>
                <a:lnTo>
                  <a:pt x="244770" y="1179346"/>
                </a:lnTo>
                <a:lnTo>
                  <a:pt x="243759" y="1174289"/>
                </a:lnTo>
                <a:lnTo>
                  <a:pt x="242747" y="1169232"/>
                </a:lnTo>
                <a:lnTo>
                  <a:pt x="240724" y="1164174"/>
                </a:lnTo>
                <a:lnTo>
                  <a:pt x="240724" y="1164174"/>
                </a:lnTo>
                <a:lnTo>
                  <a:pt x="228587" y="1138888"/>
                </a:lnTo>
                <a:lnTo>
                  <a:pt x="217461" y="1113602"/>
                </a:lnTo>
                <a:lnTo>
                  <a:pt x="207347" y="1087304"/>
                </a:lnTo>
                <a:lnTo>
                  <a:pt x="198244" y="1062018"/>
                </a:lnTo>
                <a:lnTo>
                  <a:pt x="198244" y="1062018"/>
                </a:lnTo>
                <a:lnTo>
                  <a:pt x="196221" y="1055950"/>
                </a:lnTo>
                <a:lnTo>
                  <a:pt x="193186" y="1051904"/>
                </a:lnTo>
                <a:lnTo>
                  <a:pt x="190152" y="1047858"/>
                </a:lnTo>
                <a:lnTo>
                  <a:pt x="186106" y="1043812"/>
                </a:lnTo>
                <a:lnTo>
                  <a:pt x="181049" y="1041789"/>
                </a:lnTo>
                <a:lnTo>
                  <a:pt x="175992" y="1039766"/>
                </a:lnTo>
                <a:lnTo>
                  <a:pt x="170935" y="1037744"/>
                </a:lnTo>
                <a:lnTo>
                  <a:pt x="165877" y="1037744"/>
                </a:lnTo>
                <a:lnTo>
                  <a:pt x="42481" y="1037744"/>
                </a:lnTo>
                <a:lnTo>
                  <a:pt x="42481" y="1037744"/>
                </a:lnTo>
                <a:lnTo>
                  <a:pt x="34389" y="1036732"/>
                </a:lnTo>
                <a:lnTo>
                  <a:pt x="26298" y="1034709"/>
                </a:lnTo>
                <a:lnTo>
                  <a:pt x="19217" y="1030663"/>
                </a:lnTo>
                <a:lnTo>
                  <a:pt x="13149" y="1025606"/>
                </a:lnTo>
                <a:lnTo>
                  <a:pt x="7080" y="1018526"/>
                </a:lnTo>
                <a:lnTo>
                  <a:pt x="4046" y="1011446"/>
                </a:lnTo>
                <a:lnTo>
                  <a:pt x="1011" y="1004366"/>
                </a:lnTo>
                <a:lnTo>
                  <a:pt x="0" y="995263"/>
                </a:lnTo>
                <a:lnTo>
                  <a:pt x="0" y="705989"/>
                </a:lnTo>
                <a:lnTo>
                  <a:pt x="0" y="705989"/>
                </a:lnTo>
                <a:lnTo>
                  <a:pt x="1011" y="697898"/>
                </a:lnTo>
                <a:lnTo>
                  <a:pt x="4046" y="689806"/>
                </a:lnTo>
                <a:lnTo>
                  <a:pt x="7080" y="682726"/>
                </a:lnTo>
                <a:lnTo>
                  <a:pt x="13149" y="676657"/>
                </a:lnTo>
                <a:lnTo>
                  <a:pt x="19217" y="670589"/>
                </a:lnTo>
                <a:lnTo>
                  <a:pt x="26298" y="667554"/>
                </a:lnTo>
                <a:lnTo>
                  <a:pt x="34389" y="664520"/>
                </a:lnTo>
                <a:lnTo>
                  <a:pt x="42481" y="663509"/>
                </a:lnTo>
                <a:lnTo>
                  <a:pt x="165877" y="663509"/>
                </a:lnTo>
                <a:lnTo>
                  <a:pt x="165877" y="663509"/>
                </a:lnTo>
                <a:lnTo>
                  <a:pt x="170935" y="663509"/>
                </a:lnTo>
                <a:lnTo>
                  <a:pt x="175992" y="662497"/>
                </a:lnTo>
                <a:lnTo>
                  <a:pt x="181049" y="660474"/>
                </a:lnTo>
                <a:lnTo>
                  <a:pt x="186106" y="657440"/>
                </a:lnTo>
                <a:lnTo>
                  <a:pt x="190152" y="653394"/>
                </a:lnTo>
                <a:lnTo>
                  <a:pt x="193186" y="649348"/>
                </a:lnTo>
                <a:lnTo>
                  <a:pt x="196221" y="645303"/>
                </a:lnTo>
                <a:lnTo>
                  <a:pt x="198244" y="640245"/>
                </a:lnTo>
                <a:lnTo>
                  <a:pt x="198244" y="640245"/>
                </a:lnTo>
                <a:lnTo>
                  <a:pt x="207347" y="613948"/>
                </a:lnTo>
                <a:lnTo>
                  <a:pt x="217461" y="587650"/>
                </a:lnTo>
                <a:lnTo>
                  <a:pt x="228587" y="562364"/>
                </a:lnTo>
                <a:lnTo>
                  <a:pt x="240724" y="537078"/>
                </a:lnTo>
                <a:lnTo>
                  <a:pt x="240724" y="537078"/>
                </a:lnTo>
                <a:lnTo>
                  <a:pt x="242747" y="532021"/>
                </a:lnTo>
                <a:lnTo>
                  <a:pt x="243759" y="526963"/>
                </a:lnTo>
                <a:lnTo>
                  <a:pt x="244770" y="521906"/>
                </a:lnTo>
                <a:lnTo>
                  <a:pt x="243759" y="516849"/>
                </a:lnTo>
                <a:lnTo>
                  <a:pt x="242747" y="511792"/>
                </a:lnTo>
                <a:lnTo>
                  <a:pt x="240724" y="506734"/>
                </a:lnTo>
                <a:lnTo>
                  <a:pt x="237690" y="501677"/>
                </a:lnTo>
                <a:lnTo>
                  <a:pt x="233644" y="497631"/>
                </a:lnTo>
                <a:lnTo>
                  <a:pt x="147671" y="410647"/>
                </a:lnTo>
                <a:lnTo>
                  <a:pt x="147671" y="410647"/>
                </a:lnTo>
                <a:lnTo>
                  <a:pt x="141603" y="404578"/>
                </a:lnTo>
                <a:lnTo>
                  <a:pt x="137557" y="396487"/>
                </a:lnTo>
                <a:lnTo>
                  <a:pt x="135534" y="389407"/>
                </a:lnTo>
                <a:lnTo>
                  <a:pt x="134522" y="381315"/>
                </a:lnTo>
                <a:lnTo>
                  <a:pt x="135534" y="373224"/>
                </a:lnTo>
                <a:lnTo>
                  <a:pt x="137557" y="365132"/>
                </a:lnTo>
                <a:lnTo>
                  <a:pt x="141603" y="358052"/>
                </a:lnTo>
                <a:lnTo>
                  <a:pt x="147671" y="350972"/>
                </a:lnTo>
                <a:lnTo>
                  <a:pt x="351984" y="146660"/>
                </a:lnTo>
                <a:lnTo>
                  <a:pt x="351984" y="146660"/>
                </a:lnTo>
                <a:lnTo>
                  <a:pt x="358052" y="141602"/>
                </a:lnTo>
                <a:lnTo>
                  <a:pt x="365132" y="137557"/>
                </a:lnTo>
                <a:lnTo>
                  <a:pt x="373224" y="135534"/>
                </a:lnTo>
                <a:lnTo>
                  <a:pt x="381316" y="134522"/>
                </a:lnTo>
                <a:lnTo>
                  <a:pt x="381316" y="134522"/>
                </a:lnTo>
                <a:lnTo>
                  <a:pt x="390419" y="135534"/>
                </a:lnTo>
                <a:lnTo>
                  <a:pt x="397499" y="137557"/>
                </a:lnTo>
                <a:lnTo>
                  <a:pt x="405590" y="141602"/>
                </a:lnTo>
                <a:lnTo>
                  <a:pt x="411659" y="146660"/>
                </a:lnTo>
                <a:lnTo>
                  <a:pt x="498643" y="233644"/>
                </a:lnTo>
                <a:lnTo>
                  <a:pt x="498643" y="233644"/>
                </a:lnTo>
                <a:lnTo>
                  <a:pt x="502689" y="236678"/>
                </a:lnTo>
                <a:lnTo>
                  <a:pt x="506735" y="239713"/>
                </a:lnTo>
                <a:lnTo>
                  <a:pt x="511792" y="241736"/>
                </a:lnTo>
                <a:lnTo>
                  <a:pt x="516849" y="242747"/>
                </a:lnTo>
                <a:lnTo>
                  <a:pt x="522918" y="243759"/>
                </a:lnTo>
                <a:lnTo>
                  <a:pt x="527975" y="242747"/>
                </a:lnTo>
                <a:lnTo>
                  <a:pt x="533033" y="241736"/>
                </a:lnTo>
                <a:lnTo>
                  <a:pt x="538090" y="239713"/>
                </a:lnTo>
                <a:lnTo>
                  <a:pt x="538090" y="239713"/>
                </a:lnTo>
                <a:lnTo>
                  <a:pt x="563376" y="227575"/>
                </a:lnTo>
                <a:lnTo>
                  <a:pt x="588662" y="216449"/>
                </a:lnTo>
                <a:lnTo>
                  <a:pt x="613948" y="206335"/>
                </a:lnTo>
                <a:lnTo>
                  <a:pt x="640246" y="197232"/>
                </a:lnTo>
                <a:lnTo>
                  <a:pt x="640246" y="197232"/>
                </a:lnTo>
                <a:lnTo>
                  <a:pt x="645303" y="195209"/>
                </a:lnTo>
                <a:lnTo>
                  <a:pt x="650360" y="192175"/>
                </a:lnTo>
                <a:lnTo>
                  <a:pt x="654406" y="189140"/>
                </a:lnTo>
                <a:lnTo>
                  <a:pt x="658452" y="185095"/>
                </a:lnTo>
                <a:lnTo>
                  <a:pt x="660475" y="181049"/>
                </a:lnTo>
                <a:lnTo>
                  <a:pt x="662498" y="175992"/>
                </a:lnTo>
                <a:lnTo>
                  <a:pt x="664521" y="170934"/>
                </a:lnTo>
                <a:lnTo>
                  <a:pt x="664521" y="164866"/>
                </a:lnTo>
                <a:lnTo>
                  <a:pt x="664521" y="41469"/>
                </a:lnTo>
                <a:lnTo>
                  <a:pt x="664521" y="41469"/>
                </a:lnTo>
                <a:lnTo>
                  <a:pt x="665532" y="33378"/>
                </a:lnTo>
                <a:lnTo>
                  <a:pt x="667555" y="25286"/>
                </a:lnTo>
                <a:lnTo>
                  <a:pt x="671601" y="18206"/>
                </a:lnTo>
                <a:lnTo>
                  <a:pt x="676658" y="12137"/>
                </a:lnTo>
                <a:lnTo>
                  <a:pt x="682727" y="7080"/>
                </a:lnTo>
                <a:lnTo>
                  <a:pt x="689807" y="3034"/>
                </a:lnTo>
                <a:lnTo>
                  <a:pt x="697898" y="1011"/>
                </a:lnTo>
                <a:lnTo>
                  <a:pt x="707001" y="0"/>
                </a:lnTo>
                <a:lnTo>
                  <a:pt x="996275" y="0"/>
                </a:lnTo>
                <a:lnTo>
                  <a:pt x="996275" y="0"/>
                </a:lnTo>
                <a:lnTo>
                  <a:pt x="1004367" y="1011"/>
                </a:lnTo>
                <a:lnTo>
                  <a:pt x="1012458" y="3034"/>
                </a:lnTo>
                <a:lnTo>
                  <a:pt x="1019539" y="7080"/>
                </a:lnTo>
                <a:lnTo>
                  <a:pt x="1025607" y="12137"/>
                </a:lnTo>
                <a:lnTo>
                  <a:pt x="1030665" y="18206"/>
                </a:lnTo>
                <a:lnTo>
                  <a:pt x="1034710" y="25286"/>
                </a:lnTo>
                <a:lnTo>
                  <a:pt x="1037745" y="33378"/>
                </a:lnTo>
                <a:lnTo>
                  <a:pt x="1038756" y="41469"/>
                </a:lnTo>
                <a:lnTo>
                  <a:pt x="1038756" y="164866"/>
                </a:lnTo>
                <a:lnTo>
                  <a:pt x="1038756" y="164866"/>
                </a:lnTo>
                <a:lnTo>
                  <a:pt x="1038756" y="170934"/>
                </a:lnTo>
                <a:lnTo>
                  <a:pt x="1039768" y="175992"/>
                </a:lnTo>
                <a:lnTo>
                  <a:pt x="1041790" y="181049"/>
                </a:lnTo>
                <a:lnTo>
                  <a:pt x="1044825" y="185095"/>
                </a:lnTo>
                <a:lnTo>
                  <a:pt x="1047859" y="189140"/>
                </a:lnTo>
                <a:lnTo>
                  <a:pt x="1052916" y="192175"/>
                </a:lnTo>
                <a:lnTo>
                  <a:pt x="1056962" y="195209"/>
                </a:lnTo>
                <a:lnTo>
                  <a:pt x="1062019" y="197232"/>
                </a:lnTo>
                <a:lnTo>
                  <a:pt x="1062019" y="197232"/>
                </a:lnTo>
                <a:lnTo>
                  <a:pt x="1088317" y="206335"/>
                </a:lnTo>
                <a:lnTo>
                  <a:pt x="1114615" y="216449"/>
                </a:lnTo>
                <a:lnTo>
                  <a:pt x="1139901" y="227575"/>
                </a:lnTo>
                <a:lnTo>
                  <a:pt x="1165187" y="239713"/>
                </a:lnTo>
                <a:lnTo>
                  <a:pt x="1165187" y="239713"/>
                </a:lnTo>
                <a:lnTo>
                  <a:pt x="1170244" y="241736"/>
                </a:lnTo>
                <a:lnTo>
                  <a:pt x="1175301" y="242747"/>
                </a:lnTo>
                <a:lnTo>
                  <a:pt x="1180359" y="243759"/>
                </a:lnTo>
                <a:lnTo>
                  <a:pt x="1185416" y="242747"/>
                </a:lnTo>
                <a:lnTo>
                  <a:pt x="1190473" y="241736"/>
                </a:lnTo>
                <a:lnTo>
                  <a:pt x="1195530" y="239713"/>
                </a:lnTo>
                <a:lnTo>
                  <a:pt x="1200588" y="236678"/>
                </a:lnTo>
                <a:lnTo>
                  <a:pt x="1204633" y="233644"/>
                </a:lnTo>
                <a:lnTo>
                  <a:pt x="1291618" y="146660"/>
                </a:lnTo>
                <a:lnTo>
                  <a:pt x="1291618" y="146660"/>
                </a:lnTo>
                <a:lnTo>
                  <a:pt x="1297687" y="141602"/>
                </a:lnTo>
                <a:lnTo>
                  <a:pt x="1304767" y="137557"/>
                </a:lnTo>
                <a:lnTo>
                  <a:pt x="1312858" y="135534"/>
                </a:lnTo>
                <a:lnTo>
                  <a:pt x="1320950" y="134522"/>
                </a:lnTo>
                <a:lnTo>
                  <a:pt x="1320950" y="134522"/>
                </a:lnTo>
                <a:lnTo>
                  <a:pt x="1329041" y="135534"/>
                </a:lnTo>
                <a:lnTo>
                  <a:pt x="1337133" y="137557"/>
                </a:lnTo>
                <a:lnTo>
                  <a:pt x="1344213" y="141602"/>
                </a:lnTo>
                <a:lnTo>
                  <a:pt x="1351293" y="146660"/>
                </a:lnTo>
                <a:lnTo>
                  <a:pt x="1555606" y="350972"/>
                </a:lnTo>
                <a:lnTo>
                  <a:pt x="1555606" y="350972"/>
                </a:lnTo>
                <a:lnTo>
                  <a:pt x="1560663" y="358052"/>
                </a:lnTo>
                <a:lnTo>
                  <a:pt x="1564709" y="365132"/>
                </a:lnTo>
                <a:lnTo>
                  <a:pt x="1566731" y="373224"/>
                </a:lnTo>
                <a:lnTo>
                  <a:pt x="1567743" y="381315"/>
                </a:lnTo>
                <a:lnTo>
                  <a:pt x="1567743" y="381315"/>
                </a:lnTo>
                <a:lnTo>
                  <a:pt x="1566731" y="389407"/>
                </a:lnTo>
                <a:lnTo>
                  <a:pt x="1564709" y="397498"/>
                </a:lnTo>
                <a:lnTo>
                  <a:pt x="1560663" y="404578"/>
                </a:lnTo>
                <a:lnTo>
                  <a:pt x="1555606" y="410647"/>
                </a:lnTo>
                <a:lnTo>
                  <a:pt x="1468621" y="497631"/>
                </a:lnTo>
                <a:lnTo>
                  <a:pt x="1468621" y="497631"/>
                </a:lnTo>
                <a:lnTo>
                  <a:pt x="1465587" y="501677"/>
                </a:lnTo>
                <a:lnTo>
                  <a:pt x="1462552" y="506734"/>
                </a:lnTo>
                <a:lnTo>
                  <a:pt x="1460530" y="511792"/>
                </a:lnTo>
                <a:lnTo>
                  <a:pt x="1459518" y="516849"/>
                </a:lnTo>
                <a:lnTo>
                  <a:pt x="1458507" y="521906"/>
                </a:lnTo>
                <a:lnTo>
                  <a:pt x="1458507" y="526963"/>
                </a:lnTo>
                <a:lnTo>
                  <a:pt x="1460530" y="532021"/>
                </a:lnTo>
                <a:lnTo>
                  <a:pt x="1462552" y="537078"/>
                </a:lnTo>
                <a:lnTo>
                  <a:pt x="1462552" y="537078"/>
                </a:lnTo>
                <a:lnTo>
                  <a:pt x="1474690" y="562364"/>
                </a:lnTo>
                <a:lnTo>
                  <a:pt x="1485816" y="587650"/>
                </a:lnTo>
                <a:lnTo>
                  <a:pt x="1495930" y="613948"/>
                </a:lnTo>
                <a:lnTo>
                  <a:pt x="1505033" y="640245"/>
                </a:lnTo>
                <a:lnTo>
                  <a:pt x="1505033" y="640245"/>
                </a:lnTo>
                <a:lnTo>
                  <a:pt x="1507056" y="645303"/>
                </a:lnTo>
                <a:lnTo>
                  <a:pt x="1510090" y="649348"/>
                </a:lnTo>
                <a:lnTo>
                  <a:pt x="1513125" y="653394"/>
                </a:lnTo>
                <a:lnTo>
                  <a:pt x="1517171" y="657440"/>
                </a:lnTo>
                <a:lnTo>
                  <a:pt x="1521216" y="660474"/>
                </a:lnTo>
                <a:lnTo>
                  <a:pt x="1526274" y="662497"/>
                </a:lnTo>
                <a:lnTo>
                  <a:pt x="1531331" y="663509"/>
                </a:lnTo>
                <a:lnTo>
                  <a:pt x="1536388" y="663509"/>
                </a:lnTo>
                <a:lnTo>
                  <a:pt x="1660796" y="663509"/>
                </a:lnTo>
                <a:lnTo>
                  <a:pt x="1660796" y="663509"/>
                </a:lnTo>
                <a:lnTo>
                  <a:pt x="1668888" y="664520"/>
                </a:lnTo>
                <a:lnTo>
                  <a:pt x="1676979" y="667554"/>
                </a:lnTo>
                <a:lnTo>
                  <a:pt x="1684059" y="670589"/>
                </a:lnTo>
                <a:lnTo>
                  <a:pt x="1690128" y="676657"/>
                </a:lnTo>
                <a:lnTo>
                  <a:pt x="1695185" y="682726"/>
                </a:lnTo>
                <a:lnTo>
                  <a:pt x="1699231" y="689806"/>
                </a:lnTo>
                <a:lnTo>
                  <a:pt x="1701254" y="697898"/>
                </a:lnTo>
                <a:lnTo>
                  <a:pt x="1702265" y="705989"/>
                </a:lnTo>
                <a:lnTo>
                  <a:pt x="1702265" y="995263"/>
                </a:lnTo>
                <a:lnTo>
                  <a:pt x="1702265" y="995263"/>
                </a:lnTo>
                <a:lnTo>
                  <a:pt x="1701254" y="1004366"/>
                </a:lnTo>
                <a:lnTo>
                  <a:pt x="1699231" y="1011446"/>
                </a:lnTo>
                <a:lnTo>
                  <a:pt x="1695185" y="1018526"/>
                </a:lnTo>
                <a:lnTo>
                  <a:pt x="1690128" y="1025606"/>
                </a:lnTo>
                <a:lnTo>
                  <a:pt x="1684059" y="1030663"/>
                </a:lnTo>
                <a:lnTo>
                  <a:pt x="1676979" y="1034709"/>
                </a:lnTo>
                <a:lnTo>
                  <a:pt x="1668888" y="1036732"/>
                </a:lnTo>
                <a:lnTo>
                  <a:pt x="1660796" y="1037744"/>
                </a:lnTo>
                <a:lnTo>
                  <a:pt x="1536388" y="1037744"/>
                </a:lnTo>
                <a:lnTo>
                  <a:pt x="1536388" y="1037744"/>
                </a:lnTo>
                <a:lnTo>
                  <a:pt x="1531331" y="1037744"/>
                </a:lnTo>
                <a:lnTo>
                  <a:pt x="1526274" y="1039766"/>
                </a:lnTo>
                <a:lnTo>
                  <a:pt x="1521216" y="1041789"/>
                </a:lnTo>
                <a:lnTo>
                  <a:pt x="1517171" y="1043812"/>
                </a:lnTo>
                <a:lnTo>
                  <a:pt x="1513125" y="1047858"/>
                </a:lnTo>
                <a:lnTo>
                  <a:pt x="1510090" y="1051904"/>
                </a:lnTo>
                <a:lnTo>
                  <a:pt x="1507056" y="1055950"/>
                </a:lnTo>
                <a:lnTo>
                  <a:pt x="1505033" y="1062018"/>
                </a:lnTo>
                <a:lnTo>
                  <a:pt x="1505033" y="1062018"/>
                </a:lnTo>
                <a:lnTo>
                  <a:pt x="1495930" y="1087304"/>
                </a:lnTo>
                <a:lnTo>
                  <a:pt x="1485816" y="1113602"/>
                </a:lnTo>
                <a:lnTo>
                  <a:pt x="1474690" y="1138888"/>
                </a:lnTo>
                <a:lnTo>
                  <a:pt x="1462552" y="1164174"/>
                </a:lnTo>
                <a:lnTo>
                  <a:pt x="1462552" y="1164174"/>
                </a:lnTo>
                <a:lnTo>
                  <a:pt x="1460530" y="1169232"/>
                </a:lnTo>
                <a:lnTo>
                  <a:pt x="1458507" y="1174289"/>
                </a:lnTo>
                <a:lnTo>
                  <a:pt x="1458507" y="1179346"/>
                </a:lnTo>
                <a:lnTo>
                  <a:pt x="1459518" y="1185415"/>
                </a:lnTo>
                <a:lnTo>
                  <a:pt x="1460530" y="1190472"/>
                </a:lnTo>
                <a:lnTo>
                  <a:pt x="1462552" y="1195529"/>
                </a:lnTo>
                <a:lnTo>
                  <a:pt x="1465587" y="1199575"/>
                </a:lnTo>
                <a:lnTo>
                  <a:pt x="1468621" y="1203621"/>
                </a:lnTo>
                <a:lnTo>
                  <a:pt x="1555606" y="1290605"/>
                </a:lnTo>
                <a:lnTo>
                  <a:pt x="1555606" y="1290605"/>
                </a:lnTo>
                <a:lnTo>
                  <a:pt x="1560663" y="1296674"/>
                </a:lnTo>
                <a:lnTo>
                  <a:pt x="1564709" y="1304765"/>
                </a:lnTo>
                <a:lnTo>
                  <a:pt x="1566731" y="1311845"/>
                </a:lnTo>
                <a:lnTo>
                  <a:pt x="1567743" y="1319937"/>
                </a:lnTo>
                <a:lnTo>
                  <a:pt x="1567743" y="1319937"/>
                </a:lnTo>
                <a:lnTo>
                  <a:pt x="1566731" y="1329040"/>
                </a:lnTo>
                <a:lnTo>
                  <a:pt x="1564709" y="1336120"/>
                </a:lnTo>
                <a:lnTo>
                  <a:pt x="1560663" y="1344212"/>
                </a:lnTo>
                <a:lnTo>
                  <a:pt x="1555606" y="1350280"/>
                </a:lnTo>
                <a:lnTo>
                  <a:pt x="1351293" y="1554592"/>
                </a:lnTo>
                <a:lnTo>
                  <a:pt x="1351293" y="1554592"/>
                </a:lnTo>
                <a:lnTo>
                  <a:pt x="1344213" y="1559650"/>
                </a:lnTo>
                <a:lnTo>
                  <a:pt x="1337133" y="1563696"/>
                </a:lnTo>
                <a:lnTo>
                  <a:pt x="1329041" y="1566730"/>
                </a:lnTo>
                <a:lnTo>
                  <a:pt x="1320950" y="1566730"/>
                </a:lnTo>
                <a:lnTo>
                  <a:pt x="1320950" y="1566730"/>
                </a:lnTo>
                <a:lnTo>
                  <a:pt x="1312858" y="1566730"/>
                </a:lnTo>
                <a:lnTo>
                  <a:pt x="1304767" y="1563696"/>
                </a:lnTo>
                <a:lnTo>
                  <a:pt x="1297687" y="1559650"/>
                </a:lnTo>
                <a:lnTo>
                  <a:pt x="1291618" y="1554592"/>
                </a:lnTo>
                <a:lnTo>
                  <a:pt x="1204633" y="1468620"/>
                </a:lnTo>
                <a:lnTo>
                  <a:pt x="1204633" y="1468620"/>
                </a:lnTo>
                <a:lnTo>
                  <a:pt x="1200588" y="1464574"/>
                </a:lnTo>
                <a:lnTo>
                  <a:pt x="1195530" y="1461539"/>
                </a:lnTo>
                <a:lnTo>
                  <a:pt x="1190473" y="1459517"/>
                </a:lnTo>
                <a:lnTo>
                  <a:pt x="1185416" y="1458505"/>
                </a:lnTo>
                <a:lnTo>
                  <a:pt x="1180359" y="1457494"/>
                </a:lnTo>
                <a:lnTo>
                  <a:pt x="1175301" y="1458505"/>
                </a:lnTo>
                <a:lnTo>
                  <a:pt x="1170244" y="1459517"/>
                </a:lnTo>
                <a:lnTo>
                  <a:pt x="1165187" y="1461539"/>
                </a:lnTo>
                <a:lnTo>
                  <a:pt x="1165187" y="1461539"/>
                </a:lnTo>
                <a:lnTo>
                  <a:pt x="1139901" y="1473677"/>
                </a:lnTo>
                <a:lnTo>
                  <a:pt x="1114615" y="1484803"/>
                </a:lnTo>
                <a:lnTo>
                  <a:pt x="1088317" y="1494917"/>
                </a:lnTo>
                <a:lnTo>
                  <a:pt x="1062019" y="1504020"/>
                </a:lnTo>
                <a:lnTo>
                  <a:pt x="1062019" y="1504020"/>
                </a:lnTo>
                <a:lnTo>
                  <a:pt x="1056962" y="1506043"/>
                </a:lnTo>
                <a:lnTo>
                  <a:pt x="1052916" y="1509077"/>
                </a:lnTo>
                <a:lnTo>
                  <a:pt x="1047859" y="1512112"/>
                </a:lnTo>
                <a:lnTo>
                  <a:pt x="1044825" y="1516158"/>
                </a:lnTo>
                <a:lnTo>
                  <a:pt x="1041790" y="1521215"/>
                </a:lnTo>
                <a:lnTo>
                  <a:pt x="1039768" y="1525261"/>
                </a:lnTo>
                <a:lnTo>
                  <a:pt x="1038756" y="1530318"/>
                </a:lnTo>
                <a:lnTo>
                  <a:pt x="1038756" y="1536386"/>
                </a:lnTo>
                <a:lnTo>
                  <a:pt x="1038756" y="1659783"/>
                </a:lnTo>
                <a:lnTo>
                  <a:pt x="1038756" y="1659783"/>
                </a:lnTo>
                <a:lnTo>
                  <a:pt x="1037745" y="1667874"/>
                </a:lnTo>
                <a:lnTo>
                  <a:pt x="1034710" y="1675966"/>
                </a:lnTo>
                <a:lnTo>
                  <a:pt x="1030665" y="1683046"/>
                </a:lnTo>
                <a:lnTo>
                  <a:pt x="1025607" y="1689115"/>
                </a:lnTo>
                <a:lnTo>
                  <a:pt x="1019539" y="1694172"/>
                </a:lnTo>
                <a:lnTo>
                  <a:pt x="1012458" y="1698218"/>
                </a:lnTo>
                <a:lnTo>
                  <a:pt x="1004367" y="1701252"/>
                </a:lnTo>
                <a:lnTo>
                  <a:pt x="996275" y="1702264"/>
                </a:lnTo>
                <a:lnTo>
                  <a:pt x="996275" y="1702264"/>
                </a:lnTo>
                <a:close/>
                <a:moveTo>
                  <a:pt x="522918" y="1449402"/>
                </a:moveTo>
                <a:lnTo>
                  <a:pt x="522918" y="1449402"/>
                </a:lnTo>
                <a:lnTo>
                  <a:pt x="532021" y="1450414"/>
                </a:lnTo>
                <a:lnTo>
                  <a:pt x="542136" y="1454459"/>
                </a:lnTo>
                <a:lnTo>
                  <a:pt x="542136" y="1454459"/>
                </a:lnTo>
                <a:lnTo>
                  <a:pt x="566410" y="1466597"/>
                </a:lnTo>
                <a:lnTo>
                  <a:pt x="591697" y="1477723"/>
                </a:lnTo>
                <a:lnTo>
                  <a:pt x="616983" y="1487837"/>
                </a:lnTo>
                <a:lnTo>
                  <a:pt x="643280" y="1495929"/>
                </a:lnTo>
                <a:lnTo>
                  <a:pt x="643280" y="1495929"/>
                </a:lnTo>
                <a:lnTo>
                  <a:pt x="649349" y="1498963"/>
                </a:lnTo>
                <a:lnTo>
                  <a:pt x="655418" y="1501997"/>
                </a:lnTo>
                <a:lnTo>
                  <a:pt x="660475" y="1507055"/>
                </a:lnTo>
                <a:lnTo>
                  <a:pt x="664521" y="1512112"/>
                </a:lnTo>
                <a:lnTo>
                  <a:pt x="667555" y="1517169"/>
                </a:lnTo>
                <a:lnTo>
                  <a:pt x="670589" y="1523238"/>
                </a:lnTo>
                <a:lnTo>
                  <a:pt x="671601" y="1529306"/>
                </a:lnTo>
                <a:lnTo>
                  <a:pt x="672612" y="1536386"/>
                </a:lnTo>
                <a:lnTo>
                  <a:pt x="672612" y="1659783"/>
                </a:lnTo>
                <a:lnTo>
                  <a:pt x="672612" y="1659783"/>
                </a:lnTo>
                <a:lnTo>
                  <a:pt x="673624" y="1666863"/>
                </a:lnTo>
                <a:lnTo>
                  <a:pt x="675647" y="1672932"/>
                </a:lnTo>
                <a:lnTo>
                  <a:pt x="678681" y="1679000"/>
                </a:lnTo>
                <a:lnTo>
                  <a:pt x="682727" y="1684058"/>
                </a:lnTo>
                <a:lnTo>
                  <a:pt x="687784" y="1688103"/>
                </a:lnTo>
                <a:lnTo>
                  <a:pt x="693853" y="1691138"/>
                </a:lnTo>
                <a:lnTo>
                  <a:pt x="699921" y="1693161"/>
                </a:lnTo>
                <a:lnTo>
                  <a:pt x="707001" y="1694172"/>
                </a:lnTo>
                <a:lnTo>
                  <a:pt x="996275" y="1694172"/>
                </a:lnTo>
                <a:lnTo>
                  <a:pt x="996275" y="1694172"/>
                </a:lnTo>
                <a:lnTo>
                  <a:pt x="1003355" y="1693161"/>
                </a:lnTo>
                <a:lnTo>
                  <a:pt x="1009424" y="1691138"/>
                </a:lnTo>
                <a:lnTo>
                  <a:pt x="1015493" y="1688103"/>
                </a:lnTo>
                <a:lnTo>
                  <a:pt x="1020550" y="1684058"/>
                </a:lnTo>
                <a:lnTo>
                  <a:pt x="1024596" y="1679000"/>
                </a:lnTo>
                <a:lnTo>
                  <a:pt x="1027630" y="1672932"/>
                </a:lnTo>
                <a:lnTo>
                  <a:pt x="1029653" y="1666863"/>
                </a:lnTo>
                <a:lnTo>
                  <a:pt x="1030665" y="1659783"/>
                </a:lnTo>
                <a:lnTo>
                  <a:pt x="1030665" y="1536386"/>
                </a:lnTo>
                <a:lnTo>
                  <a:pt x="1030665" y="1536386"/>
                </a:lnTo>
                <a:lnTo>
                  <a:pt x="1030665" y="1529306"/>
                </a:lnTo>
                <a:lnTo>
                  <a:pt x="1032687" y="1523238"/>
                </a:lnTo>
                <a:lnTo>
                  <a:pt x="1034710" y="1517169"/>
                </a:lnTo>
                <a:lnTo>
                  <a:pt x="1038756" y="1512112"/>
                </a:lnTo>
                <a:lnTo>
                  <a:pt x="1042802" y="1507055"/>
                </a:lnTo>
                <a:lnTo>
                  <a:pt x="1047859" y="1501997"/>
                </a:lnTo>
                <a:lnTo>
                  <a:pt x="1052916" y="1498963"/>
                </a:lnTo>
                <a:lnTo>
                  <a:pt x="1059997" y="1495929"/>
                </a:lnTo>
                <a:lnTo>
                  <a:pt x="1059997" y="1495929"/>
                </a:lnTo>
                <a:lnTo>
                  <a:pt x="1085283" y="1487837"/>
                </a:lnTo>
                <a:lnTo>
                  <a:pt x="1111580" y="1477723"/>
                </a:lnTo>
                <a:lnTo>
                  <a:pt x="1136866" y="1466597"/>
                </a:lnTo>
                <a:lnTo>
                  <a:pt x="1161141" y="1454459"/>
                </a:lnTo>
                <a:lnTo>
                  <a:pt x="1161141" y="1454459"/>
                </a:lnTo>
                <a:lnTo>
                  <a:pt x="1167210" y="1451425"/>
                </a:lnTo>
                <a:lnTo>
                  <a:pt x="1174290" y="1450414"/>
                </a:lnTo>
                <a:lnTo>
                  <a:pt x="1180359" y="1449402"/>
                </a:lnTo>
                <a:lnTo>
                  <a:pt x="1186427" y="1450414"/>
                </a:lnTo>
                <a:lnTo>
                  <a:pt x="1193508" y="1451425"/>
                </a:lnTo>
                <a:lnTo>
                  <a:pt x="1199576" y="1454459"/>
                </a:lnTo>
                <a:lnTo>
                  <a:pt x="1205645" y="1458505"/>
                </a:lnTo>
                <a:lnTo>
                  <a:pt x="1210702" y="1462551"/>
                </a:lnTo>
                <a:lnTo>
                  <a:pt x="1296675" y="1549535"/>
                </a:lnTo>
                <a:lnTo>
                  <a:pt x="1296675" y="1549535"/>
                </a:lnTo>
                <a:lnTo>
                  <a:pt x="1301732" y="1553581"/>
                </a:lnTo>
                <a:lnTo>
                  <a:pt x="1307801" y="1556615"/>
                </a:lnTo>
                <a:lnTo>
                  <a:pt x="1314881" y="1558638"/>
                </a:lnTo>
                <a:lnTo>
                  <a:pt x="1320950" y="1558638"/>
                </a:lnTo>
                <a:lnTo>
                  <a:pt x="1320950" y="1558638"/>
                </a:lnTo>
                <a:lnTo>
                  <a:pt x="1328030" y="1558638"/>
                </a:lnTo>
                <a:lnTo>
                  <a:pt x="1334099" y="1556615"/>
                </a:lnTo>
                <a:lnTo>
                  <a:pt x="1340167" y="1553581"/>
                </a:lnTo>
                <a:lnTo>
                  <a:pt x="1345225" y="1549535"/>
                </a:lnTo>
                <a:lnTo>
                  <a:pt x="1549537" y="1344212"/>
                </a:lnTo>
                <a:lnTo>
                  <a:pt x="1549537" y="1344212"/>
                </a:lnTo>
                <a:lnTo>
                  <a:pt x="1554594" y="1339155"/>
                </a:lnTo>
                <a:lnTo>
                  <a:pt x="1557628" y="1333086"/>
                </a:lnTo>
                <a:lnTo>
                  <a:pt x="1559651" y="1327017"/>
                </a:lnTo>
                <a:lnTo>
                  <a:pt x="1559651" y="1319937"/>
                </a:lnTo>
                <a:lnTo>
                  <a:pt x="1559651" y="1319937"/>
                </a:lnTo>
                <a:lnTo>
                  <a:pt x="1559651" y="1313868"/>
                </a:lnTo>
                <a:lnTo>
                  <a:pt x="1557628" y="1307800"/>
                </a:lnTo>
                <a:lnTo>
                  <a:pt x="1554594" y="1301731"/>
                </a:lnTo>
                <a:lnTo>
                  <a:pt x="1549537" y="1296674"/>
                </a:lnTo>
                <a:lnTo>
                  <a:pt x="1463564" y="1209689"/>
                </a:lnTo>
                <a:lnTo>
                  <a:pt x="1463564" y="1209689"/>
                </a:lnTo>
                <a:lnTo>
                  <a:pt x="1458507" y="1204632"/>
                </a:lnTo>
                <a:lnTo>
                  <a:pt x="1455472" y="1198564"/>
                </a:lnTo>
                <a:lnTo>
                  <a:pt x="1452438" y="1192495"/>
                </a:lnTo>
                <a:lnTo>
                  <a:pt x="1451427" y="1186426"/>
                </a:lnTo>
                <a:lnTo>
                  <a:pt x="1450415" y="1179346"/>
                </a:lnTo>
                <a:lnTo>
                  <a:pt x="1451427" y="1173277"/>
                </a:lnTo>
                <a:lnTo>
                  <a:pt x="1452438" y="1166197"/>
                </a:lnTo>
                <a:lnTo>
                  <a:pt x="1455472" y="1160129"/>
                </a:lnTo>
                <a:lnTo>
                  <a:pt x="1455472" y="1160129"/>
                </a:lnTo>
                <a:lnTo>
                  <a:pt x="1466598" y="1135854"/>
                </a:lnTo>
                <a:lnTo>
                  <a:pt x="1477724" y="1110568"/>
                </a:lnTo>
                <a:lnTo>
                  <a:pt x="1487839" y="1085282"/>
                </a:lnTo>
                <a:lnTo>
                  <a:pt x="1496942" y="1058984"/>
                </a:lnTo>
                <a:lnTo>
                  <a:pt x="1496942" y="1058984"/>
                </a:lnTo>
                <a:lnTo>
                  <a:pt x="1499976" y="1052915"/>
                </a:lnTo>
                <a:lnTo>
                  <a:pt x="1503010" y="1046847"/>
                </a:lnTo>
                <a:lnTo>
                  <a:pt x="1507056" y="1041789"/>
                </a:lnTo>
                <a:lnTo>
                  <a:pt x="1512113" y="1037744"/>
                </a:lnTo>
                <a:lnTo>
                  <a:pt x="1518182" y="1033698"/>
                </a:lnTo>
                <a:lnTo>
                  <a:pt x="1524251" y="1031675"/>
                </a:lnTo>
                <a:lnTo>
                  <a:pt x="1530319" y="1029652"/>
                </a:lnTo>
                <a:lnTo>
                  <a:pt x="1536388" y="1029652"/>
                </a:lnTo>
                <a:lnTo>
                  <a:pt x="1660796" y="1029652"/>
                </a:lnTo>
                <a:lnTo>
                  <a:pt x="1660796" y="1029652"/>
                </a:lnTo>
                <a:lnTo>
                  <a:pt x="1666865" y="1028641"/>
                </a:lnTo>
                <a:lnTo>
                  <a:pt x="1673945" y="1026618"/>
                </a:lnTo>
                <a:lnTo>
                  <a:pt x="1679002" y="1023583"/>
                </a:lnTo>
                <a:lnTo>
                  <a:pt x="1684059" y="1019538"/>
                </a:lnTo>
                <a:lnTo>
                  <a:pt x="1688105" y="1014480"/>
                </a:lnTo>
                <a:lnTo>
                  <a:pt x="1692151" y="1008412"/>
                </a:lnTo>
                <a:lnTo>
                  <a:pt x="1694174" y="1002343"/>
                </a:lnTo>
                <a:lnTo>
                  <a:pt x="1694174" y="995263"/>
                </a:lnTo>
                <a:lnTo>
                  <a:pt x="1694174" y="705989"/>
                </a:lnTo>
                <a:lnTo>
                  <a:pt x="1694174" y="705989"/>
                </a:lnTo>
                <a:lnTo>
                  <a:pt x="1694174" y="698909"/>
                </a:lnTo>
                <a:lnTo>
                  <a:pt x="1692151" y="692841"/>
                </a:lnTo>
                <a:lnTo>
                  <a:pt x="1688105" y="686772"/>
                </a:lnTo>
                <a:lnTo>
                  <a:pt x="1684059" y="681715"/>
                </a:lnTo>
                <a:lnTo>
                  <a:pt x="1679002" y="677669"/>
                </a:lnTo>
                <a:lnTo>
                  <a:pt x="1673945" y="674635"/>
                </a:lnTo>
                <a:lnTo>
                  <a:pt x="1666865" y="672612"/>
                </a:lnTo>
                <a:lnTo>
                  <a:pt x="1660796" y="671600"/>
                </a:lnTo>
                <a:lnTo>
                  <a:pt x="1536388" y="671600"/>
                </a:lnTo>
                <a:lnTo>
                  <a:pt x="1536388" y="671600"/>
                </a:lnTo>
                <a:lnTo>
                  <a:pt x="1530319" y="671600"/>
                </a:lnTo>
                <a:lnTo>
                  <a:pt x="1524251" y="669577"/>
                </a:lnTo>
                <a:lnTo>
                  <a:pt x="1518182" y="667554"/>
                </a:lnTo>
                <a:lnTo>
                  <a:pt x="1512113" y="663509"/>
                </a:lnTo>
                <a:lnTo>
                  <a:pt x="1507056" y="659463"/>
                </a:lnTo>
                <a:lnTo>
                  <a:pt x="1503010" y="654406"/>
                </a:lnTo>
                <a:lnTo>
                  <a:pt x="1499976" y="648337"/>
                </a:lnTo>
                <a:lnTo>
                  <a:pt x="1496942" y="642268"/>
                </a:lnTo>
                <a:lnTo>
                  <a:pt x="1496942" y="642268"/>
                </a:lnTo>
                <a:lnTo>
                  <a:pt x="1487839" y="616982"/>
                </a:lnTo>
                <a:lnTo>
                  <a:pt x="1477724" y="590684"/>
                </a:lnTo>
                <a:lnTo>
                  <a:pt x="1466598" y="565398"/>
                </a:lnTo>
                <a:lnTo>
                  <a:pt x="1455472" y="541124"/>
                </a:lnTo>
                <a:lnTo>
                  <a:pt x="1455472" y="541124"/>
                </a:lnTo>
                <a:lnTo>
                  <a:pt x="1452438" y="535055"/>
                </a:lnTo>
                <a:lnTo>
                  <a:pt x="1451427" y="527975"/>
                </a:lnTo>
                <a:lnTo>
                  <a:pt x="1450415" y="521906"/>
                </a:lnTo>
                <a:lnTo>
                  <a:pt x="1451427" y="514826"/>
                </a:lnTo>
                <a:lnTo>
                  <a:pt x="1452438" y="508757"/>
                </a:lnTo>
                <a:lnTo>
                  <a:pt x="1455472" y="502689"/>
                </a:lnTo>
                <a:lnTo>
                  <a:pt x="1458507" y="496620"/>
                </a:lnTo>
                <a:lnTo>
                  <a:pt x="1463564" y="491563"/>
                </a:lnTo>
                <a:lnTo>
                  <a:pt x="1549537" y="405590"/>
                </a:lnTo>
                <a:lnTo>
                  <a:pt x="1549537" y="405590"/>
                </a:lnTo>
                <a:lnTo>
                  <a:pt x="1554594" y="399521"/>
                </a:lnTo>
                <a:lnTo>
                  <a:pt x="1557628" y="394464"/>
                </a:lnTo>
                <a:lnTo>
                  <a:pt x="1559651" y="387384"/>
                </a:lnTo>
                <a:lnTo>
                  <a:pt x="1559651" y="381315"/>
                </a:lnTo>
                <a:lnTo>
                  <a:pt x="1559651" y="381315"/>
                </a:lnTo>
                <a:lnTo>
                  <a:pt x="1559651" y="374235"/>
                </a:lnTo>
                <a:lnTo>
                  <a:pt x="1557628" y="368166"/>
                </a:lnTo>
                <a:lnTo>
                  <a:pt x="1554594" y="362098"/>
                </a:lnTo>
                <a:lnTo>
                  <a:pt x="1549537" y="357040"/>
                </a:lnTo>
                <a:lnTo>
                  <a:pt x="1345225" y="152728"/>
                </a:lnTo>
                <a:lnTo>
                  <a:pt x="1345225" y="152728"/>
                </a:lnTo>
                <a:lnTo>
                  <a:pt x="1340167" y="147671"/>
                </a:lnTo>
                <a:lnTo>
                  <a:pt x="1334099" y="144637"/>
                </a:lnTo>
                <a:lnTo>
                  <a:pt x="1328030" y="142614"/>
                </a:lnTo>
                <a:lnTo>
                  <a:pt x="1320950" y="142614"/>
                </a:lnTo>
                <a:lnTo>
                  <a:pt x="1320950" y="142614"/>
                </a:lnTo>
                <a:lnTo>
                  <a:pt x="1314881" y="142614"/>
                </a:lnTo>
                <a:lnTo>
                  <a:pt x="1307801" y="144637"/>
                </a:lnTo>
                <a:lnTo>
                  <a:pt x="1301732" y="147671"/>
                </a:lnTo>
                <a:lnTo>
                  <a:pt x="1296675" y="152728"/>
                </a:lnTo>
                <a:lnTo>
                  <a:pt x="1210702" y="238701"/>
                </a:lnTo>
                <a:lnTo>
                  <a:pt x="1210702" y="238701"/>
                </a:lnTo>
                <a:lnTo>
                  <a:pt x="1205645" y="243759"/>
                </a:lnTo>
                <a:lnTo>
                  <a:pt x="1199576" y="246793"/>
                </a:lnTo>
                <a:lnTo>
                  <a:pt x="1193508" y="249827"/>
                </a:lnTo>
                <a:lnTo>
                  <a:pt x="1186427" y="250839"/>
                </a:lnTo>
                <a:lnTo>
                  <a:pt x="1180359" y="251850"/>
                </a:lnTo>
                <a:lnTo>
                  <a:pt x="1173279" y="250839"/>
                </a:lnTo>
                <a:lnTo>
                  <a:pt x="1167210" y="249827"/>
                </a:lnTo>
                <a:lnTo>
                  <a:pt x="1161141" y="246793"/>
                </a:lnTo>
                <a:lnTo>
                  <a:pt x="1161141" y="246793"/>
                </a:lnTo>
                <a:lnTo>
                  <a:pt x="1136866" y="234656"/>
                </a:lnTo>
                <a:lnTo>
                  <a:pt x="1111580" y="223530"/>
                </a:lnTo>
                <a:lnTo>
                  <a:pt x="1085283" y="214427"/>
                </a:lnTo>
                <a:lnTo>
                  <a:pt x="1059997" y="205324"/>
                </a:lnTo>
                <a:lnTo>
                  <a:pt x="1059997" y="205324"/>
                </a:lnTo>
                <a:lnTo>
                  <a:pt x="1052916" y="202289"/>
                </a:lnTo>
                <a:lnTo>
                  <a:pt x="1047859" y="199255"/>
                </a:lnTo>
                <a:lnTo>
                  <a:pt x="1042802" y="195209"/>
                </a:lnTo>
                <a:lnTo>
                  <a:pt x="1038756" y="190152"/>
                </a:lnTo>
                <a:lnTo>
                  <a:pt x="1034710" y="184083"/>
                </a:lnTo>
                <a:lnTo>
                  <a:pt x="1032687" y="178015"/>
                </a:lnTo>
                <a:lnTo>
                  <a:pt x="1030665" y="171946"/>
                </a:lnTo>
                <a:lnTo>
                  <a:pt x="1030665" y="164866"/>
                </a:lnTo>
                <a:lnTo>
                  <a:pt x="1030665" y="41469"/>
                </a:lnTo>
                <a:lnTo>
                  <a:pt x="1030665" y="41469"/>
                </a:lnTo>
                <a:lnTo>
                  <a:pt x="1029653" y="35401"/>
                </a:lnTo>
                <a:lnTo>
                  <a:pt x="1027630" y="28321"/>
                </a:lnTo>
                <a:lnTo>
                  <a:pt x="1024596" y="23263"/>
                </a:lnTo>
                <a:lnTo>
                  <a:pt x="1020550" y="18206"/>
                </a:lnTo>
                <a:lnTo>
                  <a:pt x="1015493" y="13149"/>
                </a:lnTo>
                <a:lnTo>
                  <a:pt x="1009424" y="10115"/>
                </a:lnTo>
                <a:lnTo>
                  <a:pt x="1003355" y="8092"/>
                </a:lnTo>
                <a:lnTo>
                  <a:pt x="996275" y="8092"/>
                </a:lnTo>
                <a:lnTo>
                  <a:pt x="707001" y="8092"/>
                </a:lnTo>
                <a:lnTo>
                  <a:pt x="707001" y="8092"/>
                </a:lnTo>
                <a:lnTo>
                  <a:pt x="699921" y="8092"/>
                </a:lnTo>
                <a:lnTo>
                  <a:pt x="693853" y="10115"/>
                </a:lnTo>
                <a:lnTo>
                  <a:pt x="687784" y="13149"/>
                </a:lnTo>
                <a:lnTo>
                  <a:pt x="682727" y="18206"/>
                </a:lnTo>
                <a:lnTo>
                  <a:pt x="678681" y="23263"/>
                </a:lnTo>
                <a:lnTo>
                  <a:pt x="675647" y="28321"/>
                </a:lnTo>
                <a:lnTo>
                  <a:pt x="673624" y="35401"/>
                </a:lnTo>
                <a:lnTo>
                  <a:pt x="672612" y="41469"/>
                </a:lnTo>
                <a:lnTo>
                  <a:pt x="672612" y="164866"/>
                </a:lnTo>
                <a:lnTo>
                  <a:pt x="672612" y="164866"/>
                </a:lnTo>
                <a:lnTo>
                  <a:pt x="671601" y="171946"/>
                </a:lnTo>
                <a:lnTo>
                  <a:pt x="670589" y="178015"/>
                </a:lnTo>
                <a:lnTo>
                  <a:pt x="667555" y="184083"/>
                </a:lnTo>
                <a:lnTo>
                  <a:pt x="664521" y="190152"/>
                </a:lnTo>
                <a:lnTo>
                  <a:pt x="660475" y="195209"/>
                </a:lnTo>
                <a:lnTo>
                  <a:pt x="655418" y="199255"/>
                </a:lnTo>
                <a:lnTo>
                  <a:pt x="649349" y="202289"/>
                </a:lnTo>
                <a:lnTo>
                  <a:pt x="643280" y="205324"/>
                </a:lnTo>
                <a:lnTo>
                  <a:pt x="643280" y="205324"/>
                </a:lnTo>
                <a:lnTo>
                  <a:pt x="616983" y="214427"/>
                </a:lnTo>
                <a:lnTo>
                  <a:pt x="591697" y="223530"/>
                </a:lnTo>
                <a:lnTo>
                  <a:pt x="566410" y="234656"/>
                </a:lnTo>
                <a:lnTo>
                  <a:pt x="542136" y="246793"/>
                </a:lnTo>
                <a:lnTo>
                  <a:pt x="542136" y="246793"/>
                </a:lnTo>
                <a:lnTo>
                  <a:pt x="535055" y="249827"/>
                </a:lnTo>
                <a:lnTo>
                  <a:pt x="528987" y="250839"/>
                </a:lnTo>
                <a:lnTo>
                  <a:pt x="522918" y="251850"/>
                </a:lnTo>
                <a:lnTo>
                  <a:pt x="515838" y="250839"/>
                </a:lnTo>
                <a:lnTo>
                  <a:pt x="509769" y="249827"/>
                </a:lnTo>
                <a:lnTo>
                  <a:pt x="503701" y="246793"/>
                </a:lnTo>
                <a:lnTo>
                  <a:pt x="497632" y="243759"/>
                </a:lnTo>
                <a:lnTo>
                  <a:pt x="492575" y="238701"/>
                </a:lnTo>
                <a:lnTo>
                  <a:pt x="405590" y="152728"/>
                </a:lnTo>
                <a:lnTo>
                  <a:pt x="405590" y="152728"/>
                </a:lnTo>
                <a:lnTo>
                  <a:pt x="400533" y="147671"/>
                </a:lnTo>
                <a:lnTo>
                  <a:pt x="394464" y="144637"/>
                </a:lnTo>
                <a:lnTo>
                  <a:pt x="388396" y="142614"/>
                </a:lnTo>
                <a:lnTo>
                  <a:pt x="381316" y="142614"/>
                </a:lnTo>
                <a:lnTo>
                  <a:pt x="381316" y="142614"/>
                </a:lnTo>
                <a:lnTo>
                  <a:pt x="375247" y="142614"/>
                </a:lnTo>
                <a:lnTo>
                  <a:pt x="369178" y="144637"/>
                </a:lnTo>
                <a:lnTo>
                  <a:pt x="363109" y="147671"/>
                </a:lnTo>
                <a:lnTo>
                  <a:pt x="358052" y="152728"/>
                </a:lnTo>
                <a:lnTo>
                  <a:pt x="152728" y="357040"/>
                </a:lnTo>
                <a:lnTo>
                  <a:pt x="152728" y="357040"/>
                </a:lnTo>
                <a:lnTo>
                  <a:pt x="148683" y="362098"/>
                </a:lnTo>
                <a:lnTo>
                  <a:pt x="145648" y="368166"/>
                </a:lnTo>
                <a:lnTo>
                  <a:pt x="143625" y="374235"/>
                </a:lnTo>
                <a:lnTo>
                  <a:pt x="142614" y="381315"/>
                </a:lnTo>
                <a:lnTo>
                  <a:pt x="143625" y="387384"/>
                </a:lnTo>
                <a:lnTo>
                  <a:pt x="145648" y="393453"/>
                </a:lnTo>
                <a:lnTo>
                  <a:pt x="148683" y="399521"/>
                </a:lnTo>
                <a:lnTo>
                  <a:pt x="152728" y="405590"/>
                </a:lnTo>
                <a:lnTo>
                  <a:pt x="239713" y="491563"/>
                </a:lnTo>
                <a:lnTo>
                  <a:pt x="239713" y="491563"/>
                </a:lnTo>
                <a:lnTo>
                  <a:pt x="243759" y="496620"/>
                </a:lnTo>
                <a:lnTo>
                  <a:pt x="247804" y="502689"/>
                </a:lnTo>
                <a:lnTo>
                  <a:pt x="249827" y="508757"/>
                </a:lnTo>
                <a:lnTo>
                  <a:pt x="251850" y="514826"/>
                </a:lnTo>
                <a:lnTo>
                  <a:pt x="252862" y="521906"/>
                </a:lnTo>
                <a:lnTo>
                  <a:pt x="251850" y="527975"/>
                </a:lnTo>
                <a:lnTo>
                  <a:pt x="250839" y="535055"/>
                </a:lnTo>
                <a:lnTo>
                  <a:pt x="247804" y="541124"/>
                </a:lnTo>
                <a:lnTo>
                  <a:pt x="247804" y="541124"/>
                </a:lnTo>
                <a:lnTo>
                  <a:pt x="235667" y="565398"/>
                </a:lnTo>
                <a:lnTo>
                  <a:pt x="224541" y="590684"/>
                </a:lnTo>
                <a:lnTo>
                  <a:pt x="214427" y="616982"/>
                </a:lnTo>
                <a:lnTo>
                  <a:pt x="205324" y="642268"/>
                </a:lnTo>
                <a:lnTo>
                  <a:pt x="205324" y="642268"/>
                </a:lnTo>
                <a:lnTo>
                  <a:pt x="203301" y="648337"/>
                </a:lnTo>
                <a:lnTo>
                  <a:pt x="199255" y="654406"/>
                </a:lnTo>
                <a:lnTo>
                  <a:pt x="195209" y="659463"/>
                </a:lnTo>
                <a:lnTo>
                  <a:pt x="190152" y="663509"/>
                </a:lnTo>
                <a:lnTo>
                  <a:pt x="185095" y="667554"/>
                </a:lnTo>
                <a:lnTo>
                  <a:pt x="179026" y="669577"/>
                </a:lnTo>
                <a:lnTo>
                  <a:pt x="172957" y="671600"/>
                </a:lnTo>
                <a:lnTo>
                  <a:pt x="165877" y="671600"/>
                </a:lnTo>
                <a:lnTo>
                  <a:pt x="42481" y="671600"/>
                </a:lnTo>
                <a:lnTo>
                  <a:pt x="42481" y="671600"/>
                </a:lnTo>
                <a:lnTo>
                  <a:pt x="35401" y="672612"/>
                </a:lnTo>
                <a:lnTo>
                  <a:pt x="29332" y="674635"/>
                </a:lnTo>
                <a:lnTo>
                  <a:pt x="23263" y="677669"/>
                </a:lnTo>
                <a:lnTo>
                  <a:pt x="18206" y="681715"/>
                </a:lnTo>
                <a:lnTo>
                  <a:pt x="14160" y="686772"/>
                </a:lnTo>
                <a:lnTo>
                  <a:pt x="11126" y="692841"/>
                </a:lnTo>
                <a:lnTo>
                  <a:pt x="9103" y="698909"/>
                </a:lnTo>
                <a:lnTo>
                  <a:pt x="8092" y="705989"/>
                </a:lnTo>
                <a:lnTo>
                  <a:pt x="8092" y="995263"/>
                </a:lnTo>
                <a:lnTo>
                  <a:pt x="8092" y="995263"/>
                </a:lnTo>
                <a:lnTo>
                  <a:pt x="9103" y="1002343"/>
                </a:lnTo>
                <a:lnTo>
                  <a:pt x="11126" y="1008412"/>
                </a:lnTo>
                <a:lnTo>
                  <a:pt x="14160" y="1014480"/>
                </a:lnTo>
                <a:lnTo>
                  <a:pt x="18206" y="1019538"/>
                </a:lnTo>
                <a:lnTo>
                  <a:pt x="23263" y="1023583"/>
                </a:lnTo>
                <a:lnTo>
                  <a:pt x="29332" y="1026618"/>
                </a:lnTo>
                <a:lnTo>
                  <a:pt x="35401" y="1028641"/>
                </a:lnTo>
                <a:lnTo>
                  <a:pt x="42481" y="1029652"/>
                </a:lnTo>
                <a:lnTo>
                  <a:pt x="165877" y="1029652"/>
                </a:lnTo>
                <a:lnTo>
                  <a:pt x="165877" y="1029652"/>
                </a:lnTo>
                <a:lnTo>
                  <a:pt x="172957" y="1029652"/>
                </a:lnTo>
                <a:lnTo>
                  <a:pt x="179026" y="1031675"/>
                </a:lnTo>
                <a:lnTo>
                  <a:pt x="185095" y="1033698"/>
                </a:lnTo>
                <a:lnTo>
                  <a:pt x="190152" y="1037744"/>
                </a:lnTo>
                <a:lnTo>
                  <a:pt x="195209" y="1041789"/>
                </a:lnTo>
                <a:lnTo>
                  <a:pt x="199255" y="1046847"/>
                </a:lnTo>
                <a:lnTo>
                  <a:pt x="203301" y="1052915"/>
                </a:lnTo>
                <a:lnTo>
                  <a:pt x="205324" y="1058984"/>
                </a:lnTo>
                <a:lnTo>
                  <a:pt x="205324" y="1058984"/>
                </a:lnTo>
                <a:lnTo>
                  <a:pt x="214427" y="1085282"/>
                </a:lnTo>
                <a:lnTo>
                  <a:pt x="224541" y="1110568"/>
                </a:lnTo>
                <a:lnTo>
                  <a:pt x="235667" y="1135854"/>
                </a:lnTo>
                <a:lnTo>
                  <a:pt x="247804" y="1160129"/>
                </a:lnTo>
                <a:lnTo>
                  <a:pt x="247804" y="1160129"/>
                </a:lnTo>
                <a:lnTo>
                  <a:pt x="250839" y="1166197"/>
                </a:lnTo>
                <a:lnTo>
                  <a:pt x="251850" y="1173277"/>
                </a:lnTo>
                <a:lnTo>
                  <a:pt x="252862" y="1179346"/>
                </a:lnTo>
                <a:lnTo>
                  <a:pt x="251850" y="1186426"/>
                </a:lnTo>
                <a:lnTo>
                  <a:pt x="249827" y="1192495"/>
                </a:lnTo>
                <a:lnTo>
                  <a:pt x="247804" y="1198564"/>
                </a:lnTo>
                <a:lnTo>
                  <a:pt x="243759" y="1204632"/>
                </a:lnTo>
                <a:lnTo>
                  <a:pt x="239713" y="1209689"/>
                </a:lnTo>
                <a:lnTo>
                  <a:pt x="152728" y="1296674"/>
                </a:lnTo>
                <a:lnTo>
                  <a:pt x="152728" y="1296674"/>
                </a:lnTo>
                <a:lnTo>
                  <a:pt x="148683" y="1301731"/>
                </a:lnTo>
                <a:lnTo>
                  <a:pt x="145648" y="1307800"/>
                </a:lnTo>
                <a:lnTo>
                  <a:pt x="143625" y="1313868"/>
                </a:lnTo>
                <a:lnTo>
                  <a:pt x="142614" y="1319937"/>
                </a:lnTo>
                <a:lnTo>
                  <a:pt x="143625" y="1327017"/>
                </a:lnTo>
                <a:lnTo>
                  <a:pt x="145648" y="1333086"/>
                </a:lnTo>
                <a:lnTo>
                  <a:pt x="148683" y="1339155"/>
                </a:lnTo>
                <a:lnTo>
                  <a:pt x="152728" y="1344212"/>
                </a:lnTo>
                <a:lnTo>
                  <a:pt x="358052" y="1549535"/>
                </a:lnTo>
                <a:lnTo>
                  <a:pt x="358052" y="1549535"/>
                </a:lnTo>
                <a:lnTo>
                  <a:pt x="363109" y="1553581"/>
                </a:lnTo>
                <a:lnTo>
                  <a:pt x="369178" y="1556615"/>
                </a:lnTo>
                <a:lnTo>
                  <a:pt x="375247" y="1558638"/>
                </a:lnTo>
                <a:lnTo>
                  <a:pt x="381316" y="1558638"/>
                </a:lnTo>
                <a:lnTo>
                  <a:pt x="381316" y="1558638"/>
                </a:lnTo>
                <a:lnTo>
                  <a:pt x="388396" y="1558638"/>
                </a:lnTo>
                <a:lnTo>
                  <a:pt x="394464" y="1556615"/>
                </a:lnTo>
                <a:lnTo>
                  <a:pt x="400533" y="1553581"/>
                </a:lnTo>
                <a:lnTo>
                  <a:pt x="405590" y="1549535"/>
                </a:lnTo>
                <a:lnTo>
                  <a:pt x="492575" y="1462551"/>
                </a:lnTo>
                <a:lnTo>
                  <a:pt x="492575" y="1462551"/>
                </a:lnTo>
                <a:lnTo>
                  <a:pt x="499655" y="1457494"/>
                </a:lnTo>
                <a:lnTo>
                  <a:pt x="506735" y="1453448"/>
                </a:lnTo>
                <a:lnTo>
                  <a:pt x="514827" y="1450414"/>
                </a:lnTo>
                <a:lnTo>
                  <a:pt x="522918" y="1449402"/>
                </a:lnTo>
                <a:lnTo>
                  <a:pt x="522918" y="1449402"/>
                </a:lnTo>
                <a:close/>
                <a:moveTo>
                  <a:pt x="851638" y="1275433"/>
                </a:moveTo>
                <a:lnTo>
                  <a:pt x="851638" y="1275433"/>
                </a:lnTo>
                <a:lnTo>
                  <a:pt x="829387" y="1274422"/>
                </a:lnTo>
                <a:lnTo>
                  <a:pt x="808146" y="1273411"/>
                </a:lnTo>
                <a:lnTo>
                  <a:pt x="786906" y="1270376"/>
                </a:lnTo>
                <a:lnTo>
                  <a:pt x="765665" y="1266330"/>
                </a:lnTo>
                <a:lnTo>
                  <a:pt x="745436" y="1262285"/>
                </a:lnTo>
                <a:lnTo>
                  <a:pt x="725208" y="1256216"/>
                </a:lnTo>
                <a:lnTo>
                  <a:pt x="705990" y="1249136"/>
                </a:lnTo>
                <a:lnTo>
                  <a:pt x="686773" y="1242056"/>
                </a:lnTo>
                <a:lnTo>
                  <a:pt x="667555" y="1232953"/>
                </a:lnTo>
                <a:lnTo>
                  <a:pt x="649349" y="1223850"/>
                </a:lnTo>
                <a:lnTo>
                  <a:pt x="631143" y="1213735"/>
                </a:lnTo>
                <a:lnTo>
                  <a:pt x="613948" y="1202609"/>
                </a:lnTo>
                <a:lnTo>
                  <a:pt x="597765" y="1190472"/>
                </a:lnTo>
                <a:lnTo>
                  <a:pt x="581582" y="1178335"/>
                </a:lnTo>
                <a:lnTo>
                  <a:pt x="566410" y="1165186"/>
                </a:lnTo>
                <a:lnTo>
                  <a:pt x="551239" y="1151026"/>
                </a:lnTo>
                <a:lnTo>
                  <a:pt x="537078" y="1135854"/>
                </a:lnTo>
                <a:lnTo>
                  <a:pt x="523930" y="1120682"/>
                </a:lnTo>
                <a:lnTo>
                  <a:pt x="511792" y="1104499"/>
                </a:lnTo>
                <a:lnTo>
                  <a:pt x="499655" y="1088316"/>
                </a:lnTo>
                <a:lnTo>
                  <a:pt x="488529" y="1071121"/>
                </a:lnTo>
                <a:lnTo>
                  <a:pt x="478414" y="1052915"/>
                </a:lnTo>
                <a:lnTo>
                  <a:pt x="469311" y="1034709"/>
                </a:lnTo>
                <a:lnTo>
                  <a:pt x="460208" y="1015492"/>
                </a:lnTo>
                <a:lnTo>
                  <a:pt x="453128" y="996274"/>
                </a:lnTo>
                <a:lnTo>
                  <a:pt x="446048" y="977057"/>
                </a:lnTo>
                <a:lnTo>
                  <a:pt x="439979" y="956828"/>
                </a:lnTo>
                <a:lnTo>
                  <a:pt x="435934" y="936599"/>
                </a:lnTo>
                <a:lnTo>
                  <a:pt x="431888" y="915359"/>
                </a:lnTo>
                <a:lnTo>
                  <a:pt x="428854" y="894118"/>
                </a:lnTo>
                <a:lnTo>
                  <a:pt x="427842" y="872878"/>
                </a:lnTo>
                <a:lnTo>
                  <a:pt x="426831" y="850626"/>
                </a:lnTo>
                <a:lnTo>
                  <a:pt x="426831" y="850626"/>
                </a:lnTo>
                <a:lnTo>
                  <a:pt x="427842" y="829386"/>
                </a:lnTo>
                <a:lnTo>
                  <a:pt x="428854" y="807134"/>
                </a:lnTo>
                <a:lnTo>
                  <a:pt x="431888" y="785894"/>
                </a:lnTo>
                <a:lnTo>
                  <a:pt x="435934" y="765665"/>
                </a:lnTo>
                <a:lnTo>
                  <a:pt x="439979" y="744424"/>
                </a:lnTo>
                <a:lnTo>
                  <a:pt x="446048" y="724195"/>
                </a:lnTo>
                <a:lnTo>
                  <a:pt x="453128" y="704978"/>
                </a:lnTo>
                <a:lnTo>
                  <a:pt x="460208" y="685760"/>
                </a:lnTo>
                <a:lnTo>
                  <a:pt x="469311" y="666543"/>
                </a:lnTo>
                <a:lnTo>
                  <a:pt x="478414" y="648337"/>
                </a:lnTo>
                <a:lnTo>
                  <a:pt x="488529" y="631142"/>
                </a:lnTo>
                <a:lnTo>
                  <a:pt x="499655" y="613948"/>
                </a:lnTo>
                <a:lnTo>
                  <a:pt x="511792" y="596753"/>
                </a:lnTo>
                <a:lnTo>
                  <a:pt x="523930" y="580570"/>
                </a:lnTo>
                <a:lnTo>
                  <a:pt x="537078" y="565398"/>
                </a:lnTo>
                <a:lnTo>
                  <a:pt x="551239" y="550227"/>
                </a:lnTo>
                <a:lnTo>
                  <a:pt x="566410" y="537078"/>
                </a:lnTo>
                <a:lnTo>
                  <a:pt x="581582" y="522918"/>
                </a:lnTo>
                <a:lnTo>
                  <a:pt x="597765" y="510780"/>
                </a:lnTo>
                <a:lnTo>
                  <a:pt x="613948" y="498643"/>
                </a:lnTo>
                <a:lnTo>
                  <a:pt x="631143" y="487517"/>
                </a:lnTo>
                <a:lnTo>
                  <a:pt x="649349" y="477403"/>
                </a:lnTo>
                <a:lnTo>
                  <a:pt x="667555" y="468300"/>
                </a:lnTo>
                <a:lnTo>
                  <a:pt x="686773" y="459197"/>
                </a:lnTo>
                <a:lnTo>
                  <a:pt x="705990" y="452116"/>
                </a:lnTo>
                <a:lnTo>
                  <a:pt x="725208" y="445036"/>
                </a:lnTo>
                <a:lnTo>
                  <a:pt x="745436" y="439979"/>
                </a:lnTo>
                <a:lnTo>
                  <a:pt x="765665" y="434922"/>
                </a:lnTo>
                <a:lnTo>
                  <a:pt x="786906" y="430876"/>
                </a:lnTo>
                <a:lnTo>
                  <a:pt x="808146" y="428853"/>
                </a:lnTo>
                <a:lnTo>
                  <a:pt x="829387" y="426830"/>
                </a:lnTo>
                <a:lnTo>
                  <a:pt x="851638" y="425819"/>
                </a:lnTo>
                <a:lnTo>
                  <a:pt x="851638" y="425819"/>
                </a:lnTo>
                <a:lnTo>
                  <a:pt x="872879" y="426830"/>
                </a:lnTo>
                <a:lnTo>
                  <a:pt x="895131" y="428853"/>
                </a:lnTo>
                <a:lnTo>
                  <a:pt x="916371" y="430876"/>
                </a:lnTo>
                <a:lnTo>
                  <a:pt x="936600" y="434922"/>
                </a:lnTo>
                <a:lnTo>
                  <a:pt x="957840" y="439979"/>
                </a:lnTo>
                <a:lnTo>
                  <a:pt x="977058" y="445036"/>
                </a:lnTo>
                <a:lnTo>
                  <a:pt x="997287" y="452116"/>
                </a:lnTo>
                <a:lnTo>
                  <a:pt x="1016504" y="459197"/>
                </a:lnTo>
                <a:lnTo>
                  <a:pt x="1035722" y="468300"/>
                </a:lnTo>
                <a:lnTo>
                  <a:pt x="1053928" y="477403"/>
                </a:lnTo>
                <a:lnTo>
                  <a:pt x="1071122" y="487517"/>
                </a:lnTo>
                <a:lnTo>
                  <a:pt x="1088317" y="498643"/>
                </a:lnTo>
                <a:lnTo>
                  <a:pt x="1105512" y="510780"/>
                </a:lnTo>
                <a:lnTo>
                  <a:pt x="1121695" y="522918"/>
                </a:lnTo>
                <a:lnTo>
                  <a:pt x="1136866" y="537078"/>
                </a:lnTo>
                <a:lnTo>
                  <a:pt x="1151027" y="550227"/>
                </a:lnTo>
                <a:lnTo>
                  <a:pt x="1165187" y="565398"/>
                </a:lnTo>
                <a:lnTo>
                  <a:pt x="1179347" y="580570"/>
                </a:lnTo>
                <a:lnTo>
                  <a:pt x="1191485" y="596753"/>
                </a:lnTo>
                <a:lnTo>
                  <a:pt x="1203622" y="613948"/>
                </a:lnTo>
                <a:lnTo>
                  <a:pt x="1214748" y="631142"/>
                </a:lnTo>
                <a:lnTo>
                  <a:pt x="1224862" y="648337"/>
                </a:lnTo>
                <a:lnTo>
                  <a:pt x="1233965" y="666543"/>
                </a:lnTo>
                <a:lnTo>
                  <a:pt x="1242057" y="685760"/>
                </a:lnTo>
                <a:lnTo>
                  <a:pt x="1250149" y="704978"/>
                </a:lnTo>
                <a:lnTo>
                  <a:pt x="1257229" y="724195"/>
                </a:lnTo>
                <a:lnTo>
                  <a:pt x="1262286" y="744424"/>
                </a:lnTo>
                <a:lnTo>
                  <a:pt x="1267343" y="765665"/>
                </a:lnTo>
                <a:lnTo>
                  <a:pt x="1271389" y="785894"/>
                </a:lnTo>
                <a:lnTo>
                  <a:pt x="1273412" y="807134"/>
                </a:lnTo>
                <a:lnTo>
                  <a:pt x="1275435" y="829386"/>
                </a:lnTo>
                <a:lnTo>
                  <a:pt x="1275435" y="850626"/>
                </a:lnTo>
                <a:lnTo>
                  <a:pt x="1275435" y="850626"/>
                </a:lnTo>
                <a:lnTo>
                  <a:pt x="1275435" y="872878"/>
                </a:lnTo>
                <a:lnTo>
                  <a:pt x="1273412" y="894118"/>
                </a:lnTo>
                <a:lnTo>
                  <a:pt x="1271389" y="915359"/>
                </a:lnTo>
                <a:lnTo>
                  <a:pt x="1267343" y="936599"/>
                </a:lnTo>
                <a:lnTo>
                  <a:pt x="1262286" y="956828"/>
                </a:lnTo>
                <a:lnTo>
                  <a:pt x="1257229" y="977057"/>
                </a:lnTo>
                <a:lnTo>
                  <a:pt x="1250149" y="996274"/>
                </a:lnTo>
                <a:lnTo>
                  <a:pt x="1242057" y="1015492"/>
                </a:lnTo>
                <a:lnTo>
                  <a:pt x="1233965" y="1034709"/>
                </a:lnTo>
                <a:lnTo>
                  <a:pt x="1224862" y="1052915"/>
                </a:lnTo>
                <a:lnTo>
                  <a:pt x="1214748" y="1071121"/>
                </a:lnTo>
                <a:lnTo>
                  <a:pt x="1203622" y="1088316"/>
                </a:lnTo>
                <a:lnTo>
                  <a:pt x="1191485" y="1104499"/>
                </a:lnTo>
                <a:lnTo>
                  <a:pt x="1179347" y="1120682"/>
                </a:lnTo>
                <a:lnTo>
                  <a:pt x="1165187" y="1135854"/>
                </a:lnTo>
                <a:lnTo>
                  <a:pt x="1151027" y="1151026"/>
                </a:lnTo>
                <a:lnTo>
                  <a:pt x="1136866" y="1165186"/>
                </a:lnTo>
                <a:lnTo>
                  <a:pt x="1121695" y="1178335"/>
                </a:lnTo>
                <a:lnTo>
                  <a:pt x="1105512" y="1190472"/>
                </a:lnTo>
                <a:lnTo>
                  <a:pt x="1088317" y="1202609"/>
                </a:lnTo>
                <a:lnTo>
                  <a:pt x="1071122" y="1213735"/>
                </a:lnTo>
                <a:lnTo>
                  <a:pt x="1053928" y="1223850"/>
                </a:lnTo>
                <a:lnTo>
                  <a:pt x="1035722" y="1232953"/>
                </a:lnTo>
                <a:lnTo>
                  <a:pt x="1016504" y="1242056"/>
                </a:lnTo>
                <a:lnTo>
                  <a:pt x="997287" y="1249136"/>
                </a:lnTo>
                <a:lnTo>
                  <a:pt x="977058" y="1256216"/>
                </a:lnTo>
                <a:lnTo>
                  <a:pt x="957840" y="1262285"/>
                </a:lnTo>
                <a:lnTo>
                  <a:pt x="936600" y="1266330"/>
                </a:lnTo>
                <a:lnTo>
                  <a:pt x="916371" y="1270376"/>
                </a:lnTo>
                <a:lnTo>
                  <a:pt x="895131" y="1273411"/>
                </a:lnTo>
                <a:lnTo>
                  <a:pt x="872879" y="1274422"/>
                </a:lnTo>
                <a:lnTo>
                  <a:pt x="851638" y="1275433"/>
                </a:lnTo>
                <a:lnTo>
                  <a:pt x="851638" y="1275433"/>
                </a:lnTo>
                <a:close/>
                <a:moveTo>
                  <a:pt x="851638" y="433910"/>
                </a:moveTo>
                <a:lnTo>
                  <a:pt x="851638" y="433910"/>
                </a:lnTo>
                <a:lnTo>
                  <a:pt x="830398" y="434922"/>
                </a:lnTo>
                <a:lnTo>
                  <a:pt x="809158" y="436945"/>
                </a:lnTo>
                <a:lnTo>
                  <a:pt x="787917" y="438968"/>
                </a:lnTo>
                <a:lnTo>
                  <a:pt x="767688" y="443013"/>
                </a:lnTo>
                <a:lnTo>
                  <a:pt x="747459" y="447059"/>
                </a:lnTo>
                <a:lnTo>
                  <a:pt x="727230" y="453128"/>
                </a:lnTo>
                <a:lnTo>
                  <a:pt x="708013" y="459197"/>
                </a:lnTo>
                <a:lnTo>
                  <a:pt x="689807" y="467288"/>
                </a:lnTo>
                <a:lnTo>
                  <a:pt x="670589" y="475380"/>
                </a:lnTo>
                <a:lnTo>
                  <a:pt x="653395" y="484483"/>
                </a:lnTo>
                <a:lnTo>
                  <a:pt x="635189" y="494597"/>
                </a:lnTo>
                <a:lnTo>
                  <a:pt x="619006" y="505723"/>
                </a:lnTo>
                <a:lnTo>
                  <a:pt x="602822" y="516849"/>
                </a:lnTo>
                <a:lnTo>
                  <a:pt x="586639" y="529998"/>
                </a:lnTo>
                <a:lnTo>
                  <a:pt x="571468" y="542135"/>
                </a:lnTo>
                <a:lnTo>
                  <a:pt x="557307" y="556295"/>
                </a:lnTo>
                <a:lnTo>
                  <a:pt x="543147" y="570456"/>
                </a:lnTo>
                <a:lnTo>
                  <a:pt x="529998" y="585627"/>
                </a:lnTo>
                <a:lnTo>
                  <a:pt x="517861" y="601810"/>
                </a:lnTo>
                <a:lnTo>
                  <a:pt x="505724" y="617994"/>
                </a:lnTo>
                <a:lnTo>
                  <a:pt x="495609" y="635188"/>
                </a:lnTo>
                <a:lnTo>
                  <a:pt x="485495" y="652383"/>
                </a:lnTo>
                <a:lnTo>
                  <a:pt x="476392" y="670589"/>
                </a:lnTo>
                <a:lnTo>
                  <a:pt x="467289" y="688795"/>
                </a:lnTo>
                <a:lnTo>
                  <a:pt x="460208" y="708012"/>
                </a:lnTo>
                <a:lnTo>
                  <a:pt x="454140" y="727230"/>
                </a:lnTo>
                <a:lnTo>
                  <a:pt x="448071" y="746447"/>
                </a:lnTo>
                <a:lnTo>
                  <a:pt x="443014" y="766676"/>
                </a:lnTo>
                <a:lnTo>
                  <a:pt x="439979" y="786905"/>
                </a:lnTo>
                <a:lnTo>
                  <a:pt x="436945" y="808145"/>
                </a:lnTo>
                <a:lnTo>
                  <a:pt x="435934" y="829386"/>
                </a:lnTo>
                <a:lnTo>
                  <a:pt x="434922" y="850626"/>
                </a:lnTo>
                <a:lnTo>
                  <a:pt x="434922" y="850626"/>
                </a:lnTo>
                <a:lnTo>
                  <a:pt x="435934" y="871866"/>
                </a:lnTo>
                <a:lnTo>
                  <a:pt x="436945" y="893107"/>
                </a:lnTo>
                <a:lnTo>
                  <a:pt x="439979" y="914347"/>
                </a:lnTo>
                <a:lnTo>
                  <a:pt x="443014" y="934576"/>
                </a:lnTo>
                <a:lnTo>
                  <a:pt x="448071" y="954805"/>
                </a:lnTo>
                <a:lnTo>
                  <a:pt x="454140" y="974023"/>
                </a:lnTo>
                <a:lnTo>
                  <a:pt x="460208" y="994251"/>
                </a:lnTo>
                <a:lnTo>
                  <a:pt x="467289" y="1012457"/>
                </a:lnTo>
                <a:lnTo>
                  <a:pt x="476392" y="1030663"/>
                </a:lnTo>
                <a:lnTo>
                  <a:pt x="485495" y="1048870"/>
                </a:lnTo>
                <a:lnTo>
                  <a:pt x="495609" y="1066064"/>
                </a:lnTo>
                <a:lnTo>
                  <a:pt x="505724" y="1083259"/>
                </a:lnTo>
                <a:lnTo>
                  <a:pt x="517861" y="1099442"/>
                </a:lnTo>
                <a:lnTo>
                  <a:pt x="529998" y="1115625"/>
                </a:lnTo>
                <a:lnTo>
                  <a:pt x="543147" y="1130797"/>
                </a:lnTo>
                <a:lnTo>
                  <a:pt x="557307" y="1144957"/>
                </a:lnTo>
                <a:lnTo>
                  <a:pt x="571468" y="1159117"/>
                </a:lnTo>
                <a:lnTo>
                  <a:pt x="586639" y="1172266"/>
                </a:lnTo>
                <a:lnTo>
                  <a:pt x="602822" y="1184403"/>
                </a:lnTo>
                <a:lnTo>
                  <a:pt x="619006" y="1195529"/>
                </a:lnTo>
                <a:lnTo>
                  <a:pt x="635189" y="1206655"/>
                </a:lnTo>
                <a:lnTo>
                  <a:pt x="653395" y="1216770"/>
                </a:lnTo>
                <a:lnTo>
                  <a:pt x="670589" y="1225873"/>
                </a:lnTo>
                <a:lnTo>
                  <a:pt x="689807" y="1233964"/>
                </a:lnTo>
                <a:lnTo>
                  <a:pt x="708013" y="1242056"/>
                </a:lnTo>
                <a:lnTo>
                  <a:pt x="727230" y="1248124"/>
                </a:lnTo>
                <a:lnTo>
                  <a:pt x="747459" y="1254193"/>
                </a:lnTo>
                <a:lnTo>
                  <a:pt x="767688" y="1258239"/>
                </a:lnTo>
                <a:lnTo>
                  <a:pt x="787917" y="1262285"/>
                </a:lnTo>
                <a:lnTo>
                  <a:pt x="809158" y="1265319"/>
                </a:lnTo>
                <a:lnTo>
                  <a:pt x="830398" y="1266330"/>
                </a:lnTo>
                <a:lnTo>
                  <a:pt x="851638" y="1267342"/>
                </a:lnTo>
                <a:lnTo>
                  <a:pt x="851638" y="1267342"/>
                </a:lnTo>
                <a:lnTo>
                  <a:pt x="872879" y="1266330"/>
                </a:lnTo>
                <a:lnTo>
                  <a:pt x="894119" y="1265319"/>
                </a:lnTo>
                <a:lnTo>
                  <a:pt x="914348" y="1262285"/>
                </a:lnTo>
                <a:lnTo>
                  <a:pt x="935589" y="1258239"/>
                </a:lnTo>
                <a:lnTo>
                  <a:pt x="955817" y="1254193"/>
                </a:lnTo>
                <a:lnTo>
                  <a:pt x="975035" y="1248124"/>
                </a:lnTo>
                <a:lnTo>
                  <a:pt x="994252" y="1242056"/>
                </a:lnTo>
                <a:lnTo>
                  <a:pt x="1013470" y="1233964"/>
                </a:lnTo>
                <a:lnTo>
                  <a:pt x="1031676" y="1225873"/>
                </a:lnTo>
                <a:lnTo>
                  <a:pt x="1049882" y="1216770"/>
                </a:lnTo>
                <a:lnTo>
                  <a:pt x="1067077" y="1206655"/>
                </a:lnTo>
                <a:lnTo>
                  <a:pt x="1084271" y="1195529"/>
                </a:lnTo>
                <a:lnTo>
                  <a:pt x="1100454" y="1184403"/>
                </a:lnTo>
                <a:lnTo>
                  <a:pt x="1116638" y="1172266"/>
                </a:lnTo>
                <a:lnTo>
                  <a:pt x="1130798" y="1159117"/>
                </a:lnTo>
                <a:lnTo>
                  <a:pt x="1145970" y="1144957"/>
                </a:lnTo>
                <a:lnTo>
                  <a:pt x="1159118" y="1130797"/>
                </a:lnTo>
                <a:lnTo>
                  <a:pt x="1172267" y="1115625"/>
                </a:lnTo>
                <a:lnTo>
                  <a:pt x="1185416" y="1099442"/>
                </a:lnTo>
                <a:lnTo>
                  <a:pt x="1196542" y="1083259"/>
                </a:lnTo>
                <a:lnTo>
                  <a:pt x="1207668" y="1066064"/>
                </a:lnTo>
                <a:lnTo>
                  <a:pt x="1217782" y="1048870"/>
                </a:lnTo>
                <a:lnTo>
                  <a:pt x="1226885" y="1030663"/>
                </a:lnTo>
                <a:lnTo>
                  <a:pt x="1234977" y="1012457"/>
                </a:lnTo>
                <a:lnTo>
                  <a:pt x="1242057" y="994251"/>
                </a:lnTo>
                <a:lnTo>
                  <a:pt x="1249137" y="974023"/>
                </a:lnTo>
                <a:lnTo>
                  <a:pt x="1255206" y="954805"/>
                </a:lnTo>
                <a:lnTo>
                  <a:pt x="1259252" y="934576"/>
                </a:lnTo>
                <a:lnTo>
                  <a:pt x="1263297" y="914347"/>
                </a:lnTo>
                <a:lnTo>
                  <a:pt x="1265320" y="893107"/>
                </a:lnTo>
                <a:lnTo>
                  <a:pt x="1267343" y="871866"/>
                </a:lnTo>
                <a:lnTo>
                  <a:pt x="1267343" y="850626"/>
                </a:lnTo>
                <a:lnTo>
                  <a:pt x="1267343" y="850626"/>
                </a:lnTo>
                <a:lnTo>
                  <a:pt x="1267343" y="829386"/>
                </a:lnTo>
                <a:lnTo>
                  <a:pt x="1265320" y="808145"/>
                </a:lnTo>
                <a:lnTo>
                  <a:pt x="1263297" y="786905"/>
                </a:lnTo>
                <a:lnTo>
                  <a:pt x="1259252" y="766676"/>
                </a:lnTo>
                <a:lnTo>
                  <a:pt x="1255206" y="746447"/>
                </a:lnTo>
                <a:lnTo>
                  <a:pt x="1249137" y="727230"/>
                </a:lnTo>
                <a:lnTo>
                  <a:pt x="1242057" y="708012"/>
                </a:lnTo>
                <a:lnTo>
                  <a:pt x="1234977" y="688795"/>
                </a:lnTo>
                <a:lnTo>
                  <a:pt x="1226885" y="670589"/>
                </a:lnTo>
                <a:lnTo>
                  <a:pt x="1217782" y="652383"/>
                </a:lnTo>
                <a:lnTo>
                  <a:pt x="1207668" y="635188"/>
                </a:lnTo>
                <a:lnTo>
                  <a:pt x="1196542" y="617994"/>
                </a:lnTo>
                <a:lnTo>
                  <a:pt x="1185416" y="601810"/>
                </a:lnTo>
                <a:lnTo>
                  <a:pt x="1172267" y="585627"/>
                </a:lnTo>
                <a:lnTo>
                  <a:pt x="1159118" y="570456"/>
                </a:lnTo>
                <a:lnTo>
                  <a:pt x="1145970" y="556295"/>
                </a:lnTo>
                <a:lnTo>
                  <a:pt x="1130798" y="542135"/>
                </a:lnTo>
                <a:lnTo>
                  <a:pt x="1116638" y="529998"/>
                </a:lnTo>
                <a:lnTo>
                  <a:pt x="1100454" y="516849"/>
                </a:lnTo>
                <a:lnTo>
                  <a:pt x="1084271" y="505723"/>
                </a:lnTo>
                <a:lnTo>
                  <a:pt x="1067077" y="494597"/>
                </a:lnTo>
                <a:lnTo>
                  <a:pt x="1049882" y="484483"/>
                </a:lnTo>
                <a:lnTo>
                  <a:pt x="1031676" y="475380"/>
                </a:lnTo>
                <a:lnTo>
                  <a:pt x="1013470" y="467288"/>
                </a:lnTo>
                <a:lnTo>
                  <a:pt x="994252" y="459197"/>
                </a:lnTo>
                <a:lnTo>
                  <a:pt x="975035" y="453128"/>
                </a:lnTo>
                <a:lnTo>
                  <a:pt x="955817" y="447059"/>
                </a:lnTo>
                <a:lnTo>
                  <a:pt x="935589" y="443013"/>
                </a:lnTo>
                <a:lnTo>
                  <a:pt x="914348" y="438968"/>
                </a:lnTo>
                <a:lnTo>
                  <a:pt x="894119" y="436945"/>
                </a:lnTo>
                <a:lnTo>
                  <a:pt x="872879" y="434922"/>
                </a:lnTo>
                <a:lnTo>
                  <a:pt x="851638" y="433910"/>
                </a:lnTo>
                <a:lnTo>
                  <a:pt x="851638" y="433910"/>
                </a:lnTo>
                <a:close/>
              </a:path>
            </a:pathLst>
          </a:custGeom>
          <a:solidFill>
            <a:srgbClr val="206BDA">
              <a:alpha val="49803"/>
            </a:srgbClr>
          </a:solidFill>
          <a:ln cap="flat" cmpd="sng" w="9525">
            <a:solidFill>
              <a:srgbClr val="174D9D">
                <a:alpha val="4705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 txBox="1"/>
          <p:nvPr/>
        </p:nvSpPr>
        <p:spPr>
          <a:xfrm>
            <a:off x="1678928" y="519665"/>
            <a:ext cx="14930143" cy="13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183515" rtl="0" algn="ctr">
              <a:lnSpc>
                <a:spcPct val="100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8800">
                <a:solidFill>
                  <a:srgbClr val="174D9D"/>
                </a:solidFill>
                <a:latin typeface="Poppins"/>
                <a:ea typeface="Poppins"/>
                <a:cs typeface="Poppins"/>
                <a:sym typeface="Poppins"/>
              </a:rPr>
              <a:t>Статус тест-кейсов</a:t>
            </a:r>
            <a:endParaRPr b="1" sz="8800">
              <a:solidFill>
                <a:srgbClr val="174D9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7" name="Google Shape;147;p7"/>
          <p:cNvSpPr txBox="1"/>
          <p:nvPr/>
        </p:nvSpPr>
        <p:spPr>
          <a:xfrm>
            <a:off x="1324964" y="6870473"/>
            <a:ext cx="4877766" cy="50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183515" rtl="0" algn="l">
              <a:lnSpc>
                <a:spcPct val="100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Customer Satisfaction</a:t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2695031" y="2561211"/>
            <a:ext cx="47709494" cy="946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15447173" y="-4539370"/>
            <a:ext cx="7010030" cy="7010030"/>
          </a:xfrm>
          <a:prstGeom prst="ellipse">
            <a:avLst/>
          </a:prstGeom>
          <a:solidFill>
            <a:srgbClr val="1450A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0" name="Google Shape;150;p7"/>
          <p:cNvGraphicFramePr/>
          <p:nvPr/>
        </p:nvGraphicFramePr>
        <p:xfrm>
          <a:off x="2033679" y="20998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{574C2B8D-D595-43CA-8646-08BB0B78CE28}</a:tableStyleId>
              </a:tblPr>
              <a:tblGrid>
                <a:gridCol w="3555150"/>
                <a:gridCol w="3555150"/>
                <a:gridCol w="3555150"/>
                <a:gridCol w="3555150"/>
              </a:tblGrid>
              <a:tr h="113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700" u="none" cap="none" strike="noStrike">
                          <a:solidFill>
                            <a:schemeClr val="dk1"/>
                          </a:solidFill>
                        </a:rPr>
                        <a:t>Статус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700" u="none" cap="none" strike="noStrike">
                          <a:solidFill>
                            <a:schemeClr val="dk1"/>
                          </a:solidFill>
                        </a:rPr>
                        <a:t>Количество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700" u="none" cap="none" strike="noStrike">
                          <a:solidFill>
                            <a:schemeClr val="dk1"/>
                          </a:solidFill>
                        </a:rPr>
                        <a:t>% от общего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700" u="none" cap="none" strike="noStrike">
                          <a:solidFill>
                            <a:schemeClr val="dk1"/>
                          </a:solidFill>
                        </a:rPr>
                        <a:t>Примечания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113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700" u="none" cap="none" strike="noStrike">
                          <a:solidFill>
                            <a:schemeClr val="dk1"/>
                          </a:solidFill>
                        </a:rPr>
                        <a:t>Успешно пройденные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700" u="none" cap="none" strike="noStrik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700" u="none" cap="none" strike="noStrike">
                          <a:solidFill>
                            <a:schemeClr val="dk1"/>
                          </a:solidFill>
                        </a:rPr>
                        <a:t>73%</a:t>
                      </a:r>
                      <a:endParaRPr sz="2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RU" sz="27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ТС-02, ТС-03, ТС-04, ТС-05, ТС-06, ТС-07, ТС-09, ТС-11. Из них 3 (ТС-03, ТС-07, ТС-09) пройдены автоматизированно.</a:t>
                      </a:r>
                      <a:endParaRPr b="0" sz="27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ru-RU" sz="2700" u="none" cap="none" strike="noStrike"/>
                      </a:br>
                      <a:endParaRPr sz="27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/>
                </a:tc>
              </a:tr>
              <a:tr h="113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700">
                          <a:solidFill>
                            <a:schemeClr val="dk1"/>
                          </a:solidFill>
                        </a:rPr>
                        <a:t>Пройденные с ошибками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700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700">
                          <a:solidFill>
                            <a:schemeClr val="dk1"/>
                          </a:solidFill>
                        </a:rPr>
                        <a:t>27%</a:t>
                      </a:r>
                      <a:endParaRPr sz="27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RU" sz="270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ТС-01, ТС-08, ТС-10.</a:t>
                      </a:r>
                      <a:endParaRPr sz="27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/>
                </a:tc>
              </a:tr>
              <a:tr h="113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700">
                          <a:solidFill>
                            <a:schemeClr val="dk1"/>
                          </a:solidFill>
                        </a:rPr>
                        <a:t>Итого</a:t>
                      </a:r>
                      <a:endParaRPr/>
                    </a:p>
                  </a:txBody>
                  <a:tcPr marT="45725" marB="45725" marR="91450" marL="91450" anchor="ctr"/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700">
                          <a:solidFill>
                            <a:schemeClr val="dk1"/>
                          </a:solidFill>
                        </a:rPr>
                        <a:t>11</a:t>
                      </a:r>
                      <a:endParaRPr/>
                    </a:p>
                  </a:txBody>
                  <a:tcPr marT="45725" marB="45725" marR="91450" marL="91450" anchor="ctr"/>
                </a:tc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3864a3b97_0_6"/>
          <p:cNvSpPr/>
          <p:nvPr/>
        </p:nvSpPr>
        <p:spPr>
          <a:xfrm>
            <a:off x="12060376" y="1501007"/>
            <a:ext cx="8021700" cy="80217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b3864a3b97_0_6"/>
          <p:cNvSpPr/>
          <p:nvPr/>
        </p:nvSpPr>
        <p:spPr>
          <a:xfrm>
            <a:off x="-5913633" y="-4291897"/>
            <a:ext cx="8583671" cy="8583666"/>
          </a:xfrm>
          <a:custGeom>
            <a:rect b="b" l="l" r="r" t="t"/>
            <a:pathLst>
              <a:path extrusionOk="0" h="1702264" w="1702265">
                <a:moveTo>
                  <a:pt x="996275" y="1702264"/>
                </a:moveTo>
                <a:lnTo>
                  <a:pt x="707001" y="1702264"/>
                </a:lnTo>
                <a:lnTo>
                  <a:pt x="707001" y="1702264"/>
                </a:lnTo>
                <a:lnTo>
                  <a:pt x="697898" y="1701252"/>
                </a:lnTo>
                <a:lnTo>
                  <a:pt x="689807" y="1698218"/>
                </a:lnTo>
                <a:lnTo>
                  <a:pt x="682727" y="1694172"/>
                </a:lnTo>
                <a:lnTo>
                  <a:pt x="676658" y="1689115"/>
                </a:lnTo>
                <a:lnTo>
                  <a:pt x="671601" y="1683046"/>
                </a:lnTo>
                <a:lnTo>
                  <a:pt x="667555" y="1675966"/>
                </a:lnTo>
                <a:lnTo>
                  <a:pt x="665532" y="1667874"/>
                </a:lnTo>
                <a:lnTo>
                  <a:pt x="664521" y="1659783"/>
                </a:lnTo>
                <a:lnTo>
                  <a:pt x="664521" y="1536386"/>
                </a:lnTo>
                <a:lnTo>
                  <a:pt x="664521" y="1536386"/>
                </a:lnTo>
                <a:lnTo>
                  <a:pt x="664521" y="1530318"/>
                </a:lnTo>
                <a:lnTo>
                  <a:pt x="662498" y="1525261"/>
                </a:lnTo>
                <a:lnTo>
                  <a:pt x="660475" y="1521215"/>
                </a:lnTo>
                <a:lnTo>
                  <a:pt x="658452" y="1516158"/>
                </a:lnTo>
                <a:lnTo>
                  <a:pt x="654406" y="1512112"/>
                </a:lnTo>
                <a:lnTo>
                  <a:pt x="650360" y="1509077"/>
                </a:lnTo>
                <a:lnTo>
                  <a:pt x="645303" y="1506043"/>
                </a:lnTo>
                <a:lnTo>
                  <a:pt x="640246" y="1504020"/>
                </a:lnTo>
                <a:lnTo>
                  <a:pt x="640246" y="1504020"/>
                </a:lnTo>
                <a:lnTo>
                  <a:pt x="613948" y="1494917"/>
                </a:lnTo>
                <a:lnTo>
                  <a:pt x="588662" y="1484803"/>
                </a:lnTo>
                <a:lnTo>
                  <a:pt x="563376" y="1473677"/>
                </a:lnTo>
                <a:lnTo>
                  <a:pt x="538090" y="1461539"/>
                </a:lnTo>
                <a:lnTo>
                  <a:pt x="538090" y="1461539"/>
                </a:lnTo>
                <a:lnTo>
                  <a:pt x="533033" y="1459517"/>
                </a:lnTo>
                <a:lnTo>
                  <a:pt x="527975" y="1458505"/>
                </a:lnTo>
                <a:lnTo>
                  <a:pt x="522918" y="1457494"/>
                </a:lnTo>
                <a:lnTo>
                  <a:pt x="516849" y="1458505"/>
                </a:lnTo>
                <a:lnTo>
                  <a:pt x="511792" y="1459517"/>
                </a:lnTo>
                <a:lnTo>
                  <a:pt x="506735" y="1461539"/>
                </a:lnTo>
                <a:lnTo>
                  <a:pt x="502689" y="1464574"/>
                </a:lnTo>
                <a:lnTo>
                  <a:pt x="498643" y="1468620"/>
                </a:lnTo>
                <a:lnTo>
                  <a:pt x="411659" y="1554592"/>
                </a:lnTo>
                <a:lnTo>
                  <a:pt x="411659" y="1554592"/>
                </a:lnTo>
                <a:lnTo>
                  <a:pt x="405590" y="1559650"/>
                </a:lnTo>
                <a:lnTo>
                  <a:pt x="397499" y="1563696"/>
                </a:lnTo>
                <a:lnTo>
                  <a:pt x="390419" y="1566730"/>
                </a:lnTo>
                <a:lnTo>
                  <a:pt x="381316" y="1566730"/>
                </a:lnTo>
                <a:lnTo>
                  <a:pt x="381316" y="1566730"/>
                </a:lnTo>
                <a:lnTo>
                  <a:pt x="373224" y="1566730"/>
                </a:lnTo>
                <a:lnTo>
                  <a:pt x="365132" y="1563696"/>
                </a:lnTo>
                <a:lnTo>
                  <a:pt x="358052" y="1559650"/>
                </a:lnTo>
                <a:lnTo>
                  <a:pt x="351984" y="1554592"/>
                </a:lnTo>
                <a:lnTo>
                  <a:pt x="147671" y="1350280"/>
                </a:lnTo>
                <a:lnTo>
                  <a:pt x="147671" y="1350280"/>
                </a:lnTo>
                <a:lnTo>
                  <a:pt x="141603" y="1343200"/>
                </a:lnTo>
                <a:lnTo>
                  <a:pt x="137557" y="1336120"/>
                </a:lnTo>
                <a:lnTo>
                  <a:pt x="135534" y="1328029"/>
                </a:lnTo>
                <a:lnTo>
                  <a:pt x="134522" y="1319937"/>
                </a:lnTo>
                <a:lnTo>
                  <a:pt x="135534" y="1312857"/>
                </a:lnTo>
                <a:lnTo>
                  <a:pt x="137557" y="1304765"/>
                </a:lnTo>
                <a:lnTo>
                  <a:pt x="141603" y="1297685"/>
                </a:lnTo>
                <a:lnTo>
                  <a:pt x="147671" y="1290605"/>
                </a:lnTo>
                <a:lnTo>
                  <a:pt x="233644" y="1203621"/>
                </a:lnTo>
                <a:lnTo>
                  <a:pt x="233644" y="1203621"/>
                </a:lnTo>
                <a:lnTo>
                  <a:pt x="237690" y="1199575"/>
                </a:lnTo>
                <a:lnTo>
                  <a:pt x="240724" y="1195529"/>
                </a:lnTo>
                <a:lnTo>
                  <a:pt x="242747" y="1190472"/>
                </a:lnTo>
                <a:lnTo>
                  <a:pt x="243759" y="1185415"/>
                </a:lnTo>
                <a:lnTo>
                  <a:pt x="244770" y="1179346"/>
                </a:lnTo>
                <a:lnTo>
                  <a:pt x="243759" y="1174289"/>
                </a:lnTo>
                <a:lnTo>
                  <a:pt x="242747" y="1169232"/>
                </a:lnTo>
                <a:lnTo>
                  <a:pt x="240724" y="1164174"/>
                </a:lnTo>
                <a:lnTo>
                  <a:pt x="240724" y="1164174"/>
                </a:lnTo>
                <a:lnTo>
                  <a:pt x="228587" y="1138888"/>
                </a:lnTo>
                <a:lnTo>
                  <a:pt x="217461" y="1113602"/>
                </a:lnTo>
                <a:lnTo>
                  <a:pt x="207347" y="1087304"/>
                </a:lnTo>
                <a:lnTo>
                  <a:pt x="198244" y="1062018"/>
                </a:lnTo>
                <a:lnTo>
                  <a:pt x="198244" y="1062018"/>
                </a:lnTo>
                <a:lnTo>
                  <a:pt x="196221" y="1055950"/>
                </a:lnTo>
                <a:lnTo>
                  <a:pt x="193186" y="1051904"/>
                </a:lnTo>
                <a:lnTo>
                  <a:pt x="190152" y="1047858"/>
                </a:lnTo>
                <a:lnTo>
                  <a:pt x="186106" y="1043812"/>
                </a:lnTo>
                <a:lnTo>
                  <a:pt x="181049" y="1041789"/>
                </a:lnTo>
                <a:lnTo>
                  <a:pt x="175992" y="1039766"/>
                </a:lnTo>
                <a:lnTo>
                  <a:pt x="170935" y="1037744"/>
                </a:lnTo>
                <a:lnTo>
                  <a:pt x="165877" y="1037744"/>
                </a:lnTo>
                <a:lnTo>
                  <a:pt x="42481" y="1037744"/>
                </a:lnTo>
                <a:lnTo>
                  <a:pt x="42481" y="1037744"/>
                </a:lnTo>
                <a:lnTo>
                  <a:pt x="34389" y="1036732"/>
                </a:lnTo>
                <a:lnTo>
                  <a:pt x="26298" y="1034709"/>
                </a:lnTo>
                <a:lnTo>
                  <a:pt x="19217" y="1030663"/>
                </a:lnTo>
                <a:lnTo>
                  <a:pt x="13149" y="1025606"/>
                </a:lnTo>
                <a:lnTo>
                  <a:pt x="7080" y="1018526"/>
                </a:lnTo>
                <a:lnTo>
                  <a:pt x="4046" y="1011446"/>
                </a:lnTo>
                <a:lnTo>
                  <a:pt x="1011" y="1004366"/>
                </a:lnTo>
                <a:lnTo>
                  <a:pt x="0" y="995263"/>
                </a:lnTo>
                <a:lnTo>
                  <a:pt x="0" y="705989"/>
                </a:lnTo>
                <a:lnTo>
                  <a:pt x="0" y="705989"/>
                </a:lnTo>
                <a:lnTo>
                  <a:pt x="1011" y="697898"/>
                </a:lnTo>
                <a:lnTo>
                  <a:pt x="4046" y="689806"/>
                </a:lnTo>
                <a:lnTo>
                  <a:pt x="7080" y="682726"/>
                </a:lnTo>
                <a:lnTo>
                  <a:pt x="13149" y="676657"/>
                </a:lnTo>
                <a:lnTo>
                  <a:pt x="19217" y="670589"/>
                </a:lnTo>
                <a:lnTo>
                  <a:pt x="26298" y="667554"/>
                </a:lnTo>
                <a:lnTo>
                  <a:pt x="34389" y="664520"/>
                </a:lnTo>
                <a:lnTo>
                  <a:pt x="42481" y="663509"/>
                </a:lnTo>
                <a:lnTo>
                  <a:pt x="165877" y="663509"/>
                </a:lnTo>
                <a:lnTo>
                  <a:pt x="165877" y="663509"/>
                </a:lnTo>
                <a:lnTo>
                  <a:pt x="170935" y="663509"/>
                </a:lnTo>
                <a:lnTo>
                  <a:pt x="175992" y="662497"/>
                </a:lnTo>
                <a:lnTo>
                  <a:pt x="181049" y="660474"/>
                </a:lnTo>
                <a:lnTo>
                  <a:pt x="186106" y="657440"/>
                </a:lnTo>
                <a:lnTo>
                  <a:pt x="190152" y="653394"/>
                </a:lnTo>
                <a:lnTo>
                  <a:pt x="193186" y="649348"/>
                </a:lnTo>
                <a:lnTo>
                  <a:pt x="196221" y="645303"/>
                </a:lnTo>
                <a:lnTo>
                  <a:pt x="198244" y="640245"/>
                </a:lnTo>
                <a:lnTo>
                  <a:pt x="198244" y="640245"/>
                </a:lnTo>
                <a:lnTo>
                  <a:pt x="207347" y="613948"/>
                </a:lnTo>
                <a:lnTo>
                  <a:pt x="217461" y="587650"/>
                </a:lnTo>
                <a:lnTo>
                  <a:pt x="228587" y="562364"/>
                </a:lnTo>
                <a:lnTo>
                  <a:pt x="240724" y="537078"/>
                </a:lnTo>
                <a:lnTo>
                  <a:pt x="240724" y="537078"/>
                </a:lnTo>
                <a:lnTo>
                  <a:pt x="242747" y="532021"/>
                </a:lnTo>
                <a:lnTo>
                  <a:pt x="243759" y="526963"/>
                </a:lnTo>
                <a:lnTo>
                  <a:pt x="244770" y="521906"/>
                </a:lnTo>
                <a:lnTo>
                  <a:pt x="243759" y="516849"/>
                </a:lnTo>
                <a:lnTo>
                  <a:pt x="242747" y="511792"/>
                </a:lnTo>
                <a:lnTo>
                  <a:pt x="240724" y="506734"/>
                </a:lnTo>
                <a:lnTo>
                  <a:pt x="237690" y="501677"/>
                </a:lnTo>
                <a:lnTo>
                  <a:pt x="233644" y="497631"/>
                </a:lnTo>
                <a:lnTo>
                  <a:pt x="147671" y="410647"/>
                </a:lnTo>
                <a:lnTo>
                  <a:pt x="147671" y="410647"/>
                </a:lnTo>
                <a:lnTo>
                  <a:pt x="141603" y="404578"/>
                </a:lnTo>
                <a:lnTo>
                  <a:pt x="137557" y="396487"/>
                </a:lnTo>
                <a:lnTo>
                  <a:pt x="135534" y="389407"/>
                </a:lnTo>
                <a:lnTo>
                  <a:pt x="134522" y="381315"/>
                </a:lnTo>
                <a:lnTo>
                  <a:pt x="135534" y="373224"/>
                </a:lnTo>
                <a:lnTo>
                  <a:pt x="137557" y="365132"/>
                </a:lnTo>
                <a:lnTo>
                  <a:pt x="141603" y="358052"/>
                </a:lnTo>
                <a:lnTo>
                  <a:pt x="147671" y="350972"/>
                </a:lnTo>
                <a:lnTo>
                  <a:pt x="351984" y="146660"/>
                </a:lnTo>
                <a:lnTo>
                  <a:pt x="351984" y="146660"/>
                </a:lnTo>
                <a:lnTo>
                  <a:pt x="358052" y="141602"/>
                </a:lnTo>
                <a:lnTo>
                  <a:pt x="365132" y="137557"/>
                </a:lnTo>
                <a:lnTo>
                  <a:pt x="373224" y="135534"/>
                </a:lnTo>
                <a:lnTo>
                  <a:pt x="381316" y="134522"/>
                </a:lnTo>
                <a:lnTo>
                  <a:pt x="381316" y="134522"/>
                </a:lnTo>
                <a:lnTo>
                  <a:pt x="390419" y="135534"/>
                </a:lnTo>
                <a:lnTo>
                  <a:pt x="397499" y="137557"/>
                </a:lnTo>
                <a:lnTo>
                  <a:pt x="405590" y="141602"/>
                </a:lnTo>
                <a:lnTo>
                  <a:pt x="411659" y="146660"/>
                </a:lnTo>
                <a:lnTo>
                  <a:pt x="498643" y="233644"/>
                </a:lnTo>
                <a:lnTo>
                  <a:pt x="498643" y="233644"/>
                </a:lnTo>
                <a:lnTo>
                  <a:pt x="502689" y="236678"/>
                </a:lnTo>
                <a:lnTo>
                  <a:pt x="506735" y="239713"/>
                </a:lnTo>
                <a:lnTo>
                  <a:pt x="511792" y="241736"/>
                </a:lnTo>
                <a:lnTo>
                  <a:pt x="516849" y="242747"/>
                </a:lnTo>
                <a:lnTo>
                  <a:pt x="522918" y="243759"/>
                </a:lnTo>
                <a:lnTo>
                  <a:pt x="527975" y="242747"/>
                </a:lnTo>
                <a:lnTo>
                  <a:pt x="533033" y="241736"/>
                </a:lnTo>
                <a:lnTo>
                  <a:pt x="538090" y="239713"/>
                </a:lnTo>
                <a:lnTo>
                  <a:pt x="538090" y="239713"/>
                </a:lnTo>
                <a:lnTo>
                  <a:pt x="563376" y="227575"/>
                </a:lnTo>
                <a:lnTo>
                  <a:pt x="588662" y="216449"/>
                </a:lnTo>
                <a:lnTo>
                  <a:pt x="613948" y="206335"/>
                </a:lnTo>
                <a:lnTo>
                  <a:pt x="640246" y="197232"/>
                </a:lnTo>
                <a:lnTo>
                  <a:pt x="640246" y="197232"/>
                </a:lnTo>
                <a:lnTo>
                  <a:pt x="645303" y="195209"/>
                </a:lnTo>
                <a:lnTo>
                  <a:pt x="650360" y="192175"/>
                </a:lnTo>
                <a:lnTo>
                  <a:pt x="654406" y="189140"/>
                </a:lnTo>
                <a:lnTo>
                  <a:pt x="658452" y="185095"/>
                </a:lnTo>
                <a:lnTo>
                  <a:pt x="660475" y="181049"/>
                </a:lnTo>
                <a:lnTo>
                  <a:pt x="662498" y="175992"/>
                </a:lnTo>
                <a:lnTo>
                  <a:pt x="664521" y="170934"/>
                </a:lnTo>
                <a:lnTo>
                  <a:pt x="664521" y="164866"/>
                </a:lnTo>
                <a:lnTo>
                  <a:pt x="664521" y="41469"/>
                </a:lnTo>
                <a:lnTo>
                  <a:pt x="664521" y="41469"/>
                </a:lnTo>
                <a:lnTo>
                  <a:pt x="665532" y="33378"/>
                </a:lnTo>
                <a:lnTo>
                  <a:pt x="667555" y="25286"/>
                </a:lnTo>
                <a:lnTo>
                  <a:pt x="671601" y="18206"/>
                </a:lnTo>
                <a:lnTo>
                  <a:pt x="676658" y="12137"/>
                </a:lnTo>
                <a:lnTo>
                  <a:pt x="682727" y="7080"/>
                </a:lnTo>
                <a:lnTo>
                  <a:pt x="689807" y="3034"/>
                </a:lnTo>
                <a:lnTo>
                  <a:pt x="697898" y="1011"/>
                </a:lnTo>
                <a:lnTo>
                  <a:pt x="707001" y="0"/>
                </a:lnTo>
                <a:lnTo>
                  <a:pt x="996275" y="0"/>
                </a:lnTo>
                <a:lnTo>
                  <a:pt x="996275" y="0"/>
                </a:lnTo>
                <a:lnTo>
                  <a:pt x="1004367" y="1011"/>
                </a:lnTo>
                <a:lnTo>
                  <a:pt x="1012458" y="3034"/>
                </a:lnTo>
                <a:lnTo>
                  <a:pt x="1019539" y="7080"/>
                </a:lnTo>
                <a:lnTo>
                  <a:pt x="1025607" y="12137"/>
                </a:lnTo>
                <a:lnTo>
                  <a:pt x="1030665" y="18206"/>
                </a:lnTo>
                <a:lnTo>
                  <a:pt x="1034710" y="25286"/>
                </a:lnTo>
                <a:lnTo>
                  <a:pt x="1037745" y="33378"/>
                </a:lnTo>
                <a:lnTo>
                  <a:pt x="1038756" y="41469"/>
                </a:lnTo>
                <a:lnTo>
                  <a:pt x="1038756" y="164866"/>
                </a:lnTo>
                <a:lnTo>
                  <a:pt x="1038756" y="164866"/>
                </a:lnTo>
                <a:lnTo>
                  <a:pt x="1038756" y="170934"/>
                </a:lnTo>
                <a:lnTo>
                  <a:pt x="1039768" y="175992"/>
                </a:lnTo>
                <a:lnTo>
                  <a:pt x="1041790" y="181049"/>
                </a:lnTo>
                <a:lnTo>
                  <a:pt x="1044825" y="185095"/>
                </a:lnTo>
                <a:lnTo>
                  <a:pt x="1047859" y="189140"/>
                </a:lnTo>
                <a:lnTo>
                  <a:pt x="1052916" y="192175"/>
                </a:lnTo>
                <a:lnTo>
                  <a:pt x="1056962" y="195209"/>
                </a:lnTo>
                <a:lnTo>
                  <a:pt x="1062019" y="197232"/>
                </a:lnTo>
                <a:lnTo>
                  <a:pt x="1062019" y="197232"/>
                </a:lnTo>
                <a:lnTo>
                  <a:pt x="1088317" y="206335"/>
                </a:lnTo>
                <a:lnTo>
                  <a:pt x="1114615" y="216449"/>
                </a:lnTo>
                <a:lnTo>
                  <a:pt x="1139901" y="227575"/>
                </a:lnTo>
                <a:lnTo>
                  <a:pt x="1165187" y="239713"/>
                </a:lnTo>
                <a:lnTo>
                  <a:pt x="1165187" y="239713"/>
                </a:lnTo>
                <a:lnTo>
                  <a:pt x="1170244" y="241736"/>
                </a:lnTo>
                <a:lnTo>
                  <a:pt x="1175301" y="242747"/>
                </a:lnTo>
                <a:lnTo>
                  <a:pt x="1180359" y="243759"/>
                </a:lnTo>
                <a:lnTo>
                  <a:pt x="1185416" y="242747"/>
                </a:lnTo>
                <a:lnTo>
                  <a:pt x="1190473" y="241736"/>
                </a:lnTo>
                <a:lnTo>
                  <a:pt x="1195530" y="239713"/>
                </a:lnTo>
                <a:lnTo>
                  <a:pt x="1200588" y="236678"/>
                </a:lnTo>
                <a:lnTo>
                  <a:pt x="1204633" y="233644"/>
                </a:lnTo>
                <a:lnTo>
                  <a:pt x="1291618" y="146660"/>
                </a:lnTo>
                <a:lnTo>
                  <a:pt x="1291618" y="146660"/>
                </a:lnTo>
                <a:lnTo>
                  <a:pt x="1297687" y="141602"/>
                </a:lnTo>
                <a:lnTo>
                  <a:pt x="1304767" y="137557"/>
                </a:lnTo>
                <a:lnTo>
                  <a:pt x="1312858" y="135534"/>
                </a:lnTo>
                <a:lnTo>
                  <a:pt x="1320950" y="134522"/>
                </a:lnTo>
                <a:lnTo>
                  <a:pt x="1320950" y="134522"/>
                </a:lnTo>
                <a:lnTo>
                  <a:pt x="1329041" y="135534"/>
                </a:lnTo>
                <a:lnTo>
                  <a:pt x="1337133" y="137557"/>
                </a:lnTo>
                <a:lnTo>
                  <a:pt x="1344213" y="141602"/>
                </a:lnTo>
                <a:lnTo>
                  <a:pt x="1351293" y="146660"/>
                </a:lnTo>
                <a:lnTo>
                  <a:pt x="1555606" y="350972"/>
                </a:lnTo>
                <a:lnTo>
                  <a:pt x="1555606" y="350972"/>
                </a:lnTo>
                <a:lnTo>
                  <a:pt x="1560663" y="358052"/>
                </a:lnTo>
                <a:lnTo>
                  <a:pt x="1564709" y="365132"/>
                </a:lnTo>
                <a:lnTo>
                  <a:pt x="1566731" y="373224"/>
                </a:lnTo>
                <a:lnTo>
                  <a:pt x="1567743" y="381315"/>
                </a:lnTo>
                <a:lnTo>
                  <a:pt x="1567743" y="381315"/>
                </a:lnTo>
                <a:lnTo>
                  <a:pt x="1566731" y="389407"/>
                </a:lnTo>
                <a:lnTo>
                  <a:pt x="1564709" y="397498"/>
                </a:lnTo>
                <a:lnTo>
                  <a:pt x="1560663" y="404578"/>
                </a:lnTo>
                <a:lnTo>
                  <a:pt x="1555606" y="410647"/>
                </a:lnTo>
                <a:lnTo>
                  <a:pt x="1468621" y="497631"/>
                </a:lnTo>
                <a:lnTo>
                  <a:pt x="1468621" y="497631"/>
                </a:lnTo>
                <a:lnTo>
                  <a:pt x="1465587" y="501677"/>
                </a:lnTo>
                <a:lnTo>
                  <a:pt x="1462552" y="506734"/>
                </a:lnTo>
                <a:lnTo>
                  <a:pt x="1460530" y="511792"/>
                </a:lnTo>
                <a:lnTo>
                  <a:pt x="1459518" y="516849"/>
                </a:lnTo>
                <a:lnTo>
                  <a:pt x="1458507" y="521906"/>
                </a:lnTo>
                <a:lnTo>
                  <a:pt x="1458507" y="526963"/>
                </a:lnTo>
                <a:lnTo>
                  <a:pt x="1460530" y="532021"/>
                </a:lnTo>
                <a:lnTo>
                  <a:pt x="1462552" y="537078"/>
                </a:lnTo>
                <a:lnTo>
                  <a:pt x="1462552" y="537078"/>
                </a:lnTo>
                <a:lnTo>
                  <a:pt x="1474690" y="562364"/>
                </a:lnTo>
                <a:lnTo>
                  <a:pt x="1485816" y="587650"/>
                </a:lnTo>
                <a:lnTo>
                  <a:pt x="1495930" y="613948"/>
                </a:lnTo>
                <a:lnTo>
                  <a:pt x="1505033" y="640245"/>
                </a:lnTo>
                <a:lnTo>
                  <a:pt x="1505033" y="640245"/>
                </a:lnTo>
                <a:lnTo>
                  <a:pt x="1507056" y="645303"/>
                </a:lnTo>
                <a:lnTo>
                  <a:pt x="1510090" y="649348"/>
                </a:lnTo>
                <a:lnTo>
                  <a:pt x="1513125" y="653394"/>
                </a:lnTo>
                <a:lnTo>
                  <a:pt x="1517171" y="657440"/>
                </a:lnTo>
                <a:lnTo>
                  <a:pt x="1521216" y="660474"/>
                </a:lnTo>
                <a:lnTo>
                  <a:pt x="1526274" y="662497"/>
                </a:lnTo>
                <a:lnTo>
                  <a:pt x="1531331" y="663509"/>
                </a:lnTo>
                <a:lnTo>
                  <a:pt x="1536388" y="663509"/>
                </a:lnTo>
                <a:lnTo>
                  <a:pt x="1660796" y="663509"/>
                </a:lnTo>
                <a:lnTo>
                  <a:pt x="1660796" y="663509"/>
                </a:lnTo>
                <a:lnTo>
                  <a:pt x="1668888" y="664520"/>
                </a:lnTo>
                <a:lnTo>
                  <a:pt x="1676979" y="667554"/>
                </a:lnTo>
                <a:lnTo>
                  <a:pt x="1684059" y="670589"/>
                </a:lnTo>
                <a:lnTo>
                  <a:pt x="1690128" y="676657"/>
                </a:lnTo>
                <a:lnTo>
                  <a:pt x="1695185" y="682726"/>
                </a:lnTo>
                <a:lnTo>
                  <a:pt x="1699231" y="689806"/>
                </a:lnTo>
                <a:lnTo>
                  <a:pt x="1701254" y="697898"/>
                </a:lnTo>
                <a:lnTo>
                  <a:pt x="1702265" y="705989"/>
                </a:lnTo>
                <a:lnTo>
                  <a:pt x="1702265" y="995263"/>
                </a:lnTo>
                <a:lnTo>
                  <a:pt x="1702265" y="995263"/>
                </a:lnTo>
                <a:lnTo>
                  <a:pt x="1701254" y="1004366"/>
                </a:lnTo>
                <a:lnTo>
                  <a:pt x="1699231" y="1011446"/>
                </a:lnTo>
                <a:lnTo>
                  <a:pt x="1695185" y="1018526"/>
                </a:lnTo>
                <a:lnTo>
                  <a:pt x="1690128" y="1025606"/>
                </a:lnTo>
                <a:lnTo>
                  <a:pt x="1684059" y="1030663"/>
                </a:lnTo>
                <a:lnTo>
                  <a:pt x="1676979" y="1034709"/>
                </a:lnTo>
                <a:lnTo>
                  <a:pt x="1668888" y="1036732"/>
                </a:lnTo>
                <a:lnTo>
                  <a:pt x="1660796" y="1037744"/>
                </a:lnTo>
                <a:lnTo>
                  <a:pt x="1536388" y="1037744"/>
                </a:lnTo>
                <a:lnTo>
                  <a:pt x="1536388" y="1037744"/>
                </a:lnTo>
                <a:lnTo>
                  <a:pt x="1531331" y="1037744"/>
                </a:lnTo>
                <a:lnTo>
                  <a:pt x="1526274" y="1039766"/>
                </a:lnTo>
                <a:lnTo>
                  <a:pt x="1521216" y="1041789"/>
                </a:lnTo>
                <a:lnTo>
                  <a:pt x="1517171" y="1043812"/>
                </a:lnTo>
                <a:lnTo>
                  <a:pt x="1513125" y="1047858"/>
                </a:lnTo>
                <a:lnTo>
                  <a:pt x="1510090" y="1051904"/>
                </a:lnTo>
                <a:lnTo>
                  <a:pt x="1507056" y="1055950"/>
                </a:lnTo>
                <a:lnTo>
                  <a:pt x="1505033" y="1062018"/>
                </a:lnTo>
                <a:lnTo>
                  <a:pt x="1505033" y="1062018"/>
                </a:lnTo>
                <a:lnTo>
                  <a:pt x="1495930" y="1087304"/>
                </a:lnTo>
                <a:lnTo>
                  <a:pt x="1485816" y="1113602"/>
                </a:lnTo>
                <a:lnTo>
                  <a:pt x="1474690" y="1138888"/>
                </a:lnTo>
                <a:lnTo>
                  <a:pt x="1462552" y="1164174"/>
                </a:lnTo>
                <a:lnTo>
                  <a:pt x="1462552" y="1164174"/>
                </a:lnTo>
                <a:lnTo>
                  <a:pt x="1460530" y="1169232"/>
                </a:lnTo>
                <a:lnTo>
                  <a:pt x="1458507" y="1174289"/>
                </a:lnTo>
                <a:lnTo>
                  <a:pt x="1458507" y="1179346"/>
                </a:lnTo>
                <a:lnTo>
                  <a:pt x="1459518" y="1185415"/>
                </a:lnTo>
                <a:lnTo>
                  <a:pt x="1460530" y="1190472"/>
                </a:lnTo>
                <a:lnTo>
                  <a:pt x="1462552" y="1195529"/>
                </a:lnTo>
                <a:lnTo>
                  <a:pt x="1465587" y="1199575"/>
                </a:lnTo>
                <a:lnTo>
                  <a:pt x="1468621" y="1203621"/>
                </a:lnTo>
                <a:lnTo>
                  <a:pt x="1555606" y="1290605"/>
                </a:lnTo>
                <a:lnTo>
                  <a:pt x="1555606" y="1290605"/>
                </a:lnTo>
                <a:lnTo>
                  <a:pt x="1560663" y="1296674"/>
                </a:lnTo>
                <a:lnTo>
                  <a:pt x="1564709" y="1304765"/>
                </a:lnTo>
                <a:lnTo>
                  <a:pt x="1566731" y="1311845"/>
                </a:lnTo>
                <a:lnTo>
                  <a:pt x="1567743" y="1319937"/>
                </a:lnTo>
                <a:lnTo>
                  <a:pt x="1567743" y="1319937"/>
                </a:lnTo>
                <a:lnTo>
                  <a:pt x="1566731" y="1329040"/>
                </a:lnTo>
                <a:lnTo>
                  <a:pt x="1564709" y="1336120"/>
                </a:lnTo>
                <a:lnTo>
                  <a:pt x="1560663" y="1344212"/>
                </a:lnTo>
                <a:lnTo>
                  <a:pt x="1555606" y="1350280"/>
                </a:lnTo>
                <a:lnTo>
                  <a:pt x="1351293" y="1554592"/>
                </a:lnTo>
                <a:lnTo>
                  <a:pt x="1351293" y="1554592"/>
                </a:lnTo>
                <a:lnTo>
                  <a:pt x="1344213" y="1559650"/>
                </a:lnTo>
                <a:lnTo>
                  <a:pt x="1337133" y="1563696"/>
                </a:lnTo>
                <a:lnTo>
                  <a:pt x="1329041" y="1566730"/>
                </a:lnTo>
                <a:lnTo>
                  <a:pt x="1320950" y="1566730"/>
                </a:lnTo>
                <a:lnTo>
                  <a:pt x="1320950" y="1566730"/>
                </a:lnTo>
                <a:lnTo>
                  <a:pt x="1312858" y="1566730"/>
                </a:lnTo>
                <a:lnTo>
                  <a:pt x="1304767" y="1563696"/>
                </a:lnTo>
                <a:lnTo>
                  <a:pt x="1297687" y="1559650"/>
                </a:lnTo>
                <a:lnTo>
                  <a:pt x="1291618" y="1554592"/>
                </a:lnTo>
                <a:lnTo>
                  <a:pt x="1204633" y="1468620"/>
                </a:lnTo>
                <a:lnTo>
                  <a:pt x="1204633" y="1468620"/>
                </a:lnTo>
                <a:lnTo>
                  <a:pt x="1200588" y="1464574"/>
                </a:lnTo>
                <a:lnTo>
                  <a:pt x="1195530" y="1461539"/>
                </a:lnTo>
                <a:lnTo>
                  <a:pt x="1190473" y="1459517"/>
                </a:lnTo>
                <a:lnTo>
                  <a:pt x="1185416" y="1458505"/>
                </a:lnTo>
                <a:lnTo>
                  <a:pt x="1180359" y="1457494"/>
                </a:lnTo>
                <a:lnTo>
                  <a:pt x="1175301" y="1458505"/>
                </a:lnTo>
                <a:lnTo>
                  <a:pt x="1170244" y="1459517"/>
                </a:lnTo>
                <a:lnTo>
                  <a:pt x="1165187" y="1461539"/>
                </a:lnTo>
                <a:lnTo>
                  <a:pt x="1165187" y="1461539"/>
                </a:lnTo>
                <a:lnTo>
                  <a:pt x="1139901" y="1473677"/>
                </a:lnTo>
                <a:lnTo>
                  <a:pt x="1114615" y="1484803"/>
                </a:lnTo>
                <a:lnTo>
                  <a:pt x="1088317" y="1494917"/>
                </a:lnTo>
                <a:lnTo>
                  <a:pt x="1062019" y="1504020"/>
                </a:lnTo>
                <a:lnTo>
                  <a:pt x="1062019" y="1504020"/>
                </a:lnTo>
                <a:lnTo>
                  <a:pt x="1056962" y="1506043"/>
                </a:lnTo>
                <a:lnTo>
                  <a:pt x="1052916" y="1509077"/>
                </a:lnTo>
                <a:lnTo>
                  <a:pt x="1047859" y="1512112"/>
                </a:lnTo>
                <a:lnTo>
                  <a:pt x="1044825" y="1516158"/>
                </a:lnTo>
                <a:lnTo>
                  <a:pt x="1041790" y="1521215"/>
                </a:lnTo>
                <a:lnTo>
                  <a:pt x="1039768" y="1525261"/>
                </a:lnTo>
                <a:lnTo>
                  <a:pt x="1038756" y="1530318"/>
                </a:lnTo>
                <a:lnTo>
                  <a:pt x="1038756" y="1536386"/>
                </a:lnTo>
                <a:lnTo>
                  <a:pt x="1038756" y="1659783"/>
                </a:lnTo>
                <a:lnTo>
                  <a:pt x="1038756" y="1659783"/>
                </a:lnTo>
                <a:lnTo>
                  <a:pt x="1037745" y="1667874"/>
                </a:lnTo>
                <a:lnTo>
                  <a:pt x="1034710" y="1675966"/>
                </a:lnTo>
                <a:lnTo>
                  <a:pt x="1030665" y="1683046"/>
                </a:lnTo>
                <a:lnTo>
                  <a:pt x="1025607" y="1689115"/>
                </a:lnTo>
                <a:lnTo>
                  <a:pt x="1019539" y="1694172"/>
                </a:lnTo>
                <a:lnTo>
                  <a:pt x="1012458" y="1698218"/>
                </a:lnTo>
                <a:lnTo>
                  <a:pt x="1004367" y="1701252"/>
                </a:lnTo>
                <a:lnTo>
                  <a:pt x="996275" y="1702264"/>
                </a:lnTo>
                <a:lnTo>
                  <a:pt x="996275" y="1702264"/>
                </a:lnTo>
                <a:close/>
                <a:moveTo>
                  <a:pt x="522918" y="1449402"/>
                </a:moveTo>
                <a:lnTo>
                  <a:pt x="522918" y="1449402"/>
                </a:lnTo>
                <a:lnTo>
                  <a:pt x="532021" y="1450414"/>
                </a:lnTo>
                <a:lnTo>
                  <a:pt x="542136" y="1454459"/>
                </a:lnTo>
                <a:lnTo>
                  <a:pt x="542136" y="1454459"/>
                </a:lnTo>
                <a:lnTo>
                  <a:pt x="566410" y="1466597"/>
                </a:lnTo>
                <a:lnTo>
                  <a:pt x="591697" y="1477723"/>
                </a:lnTo>
                <a:lnTo>
                  <a:pt x="616983" y="1487837"/>
                </a:lnTo>
                <a:lnTo>
                  <a:pt x="643280" y="1495929"/>
                </a:lnTo>
                <a:lnTo>
                  <a:pt x="643280" y="1495929"/>
                </a:lnTo>
                <a:lnTo>
                  <a:pt x="649349" y="1498963"/>
                </a:lnTo>
                <a:lnTo>
                  <a:pt x="655418" y="1501997"/>
                </a:lnTo>
                <a:lnTo>
                  <a:pt x="660475" y="1507055"/>
                </a:lnTo>
                <a:lnTo>
                  <a:pt x="664521" y="1512112"/>
                </a:lnTo>
                <a:lnTo>
                  <a:pt x="667555" y="1517169"/>
                </a:lnTo>
                <a:lnTo>
                  <a:pt x="670589" y="1523238"/>
                </a:lnTo>
                <a:lnTo>
                  <a:pt x="671601" y="1529306"/>
                </a:lnTo>
                <a:lnTo>
                  <a:pt x="672612" y="1536386"/>
                </a:lnTo>
                <a:lnTo>
                  <a:pt x="672612" y="1659783"/>
                </a:lnTo>
                <a:lnTo>
                  <a:pt x="672612" y="1659783"/>
                </a:lnTo>
                <a:lnTo>
                  <a:pt x="673624" y="1666863"/>
                </a:lnTo>
                <a:lnTo>
                  <a:pt x="675647" y="1672932"/>
                </a:lnTo>
                <a:lnTo>
                  <a:pt x="678681" y="1679000"/>
                </a:lnTo>
                <a:lnTo>
                  <a:pt x="682727" y="1684058"/>
                </a:lnTo>
                <a:lnTo>
                  <a:pt x="687784" y="1688103"/>
                </a:lnTo>
                <a:lnTo>
                  <a:pt x="693853" y="1691138"/>
                </a:lnTo>
                <a:lnTo>
                  <a:pt x="699921" y="1693161"/>
                </a:lnTo>
                <a:lnTo>
                  <a:pt x="707001" y="1694172"/>
                </a:lnTo>
                <a:lnTo>
                  <a:pt x="996275" y="1694172"/>
                </a:lnTo>
                <a:lnTo>
                  <a:pt x="996275" y="1694172"/>
                </a:lnTo>
                <a:lnTo>
                  <a:pt x="1003355" y="1693161"/>
                </a:lnTo>
                <a:lnTo>
                  <a:pt x="1009424" y="1691138"/>
                </a:lnTo>
                <a:lnTo>
                  <a:pt x="1015493" y="1688103"/>
                </a:lnTo>
                <a:lnTo>
                  <a:pt x="1020550" y="1684058"/>
                </a:lnTo>
                <a:lnTo>
                  <a:pt x="1024596" y="1679000"/>
                </a:lnTo>
                <a:lnTo>
                  <a:pt x="1027630" y="1672932"/>
                </a:lnTo>
                <a:lnTo>
                  <a:pt x="1029653" y="1666863"/>
                </a:lnTo>
                <a:lnTo>
                  <a:pt x="1030665" y="1659783"/>
                </a:lnTo>
                <a:lnTo>
                  <a:pt x="1030665" y="1536386"/>
                </a:lnTo>
                <a:lnTo>
                  <a:pt x="1030665" y="1536386"/>
                </a:lnTo>
                <a:lnTo>
                  <a:pt x="1030665" y="1529306"/>
                </a:lnTo>
                <a:lnTo>
                  <a:pt x="1032687" y="1523238"/>
                </a:lnTo>
                <a:lnTo>
                  <a:pt x="1034710" y="1517169"/>
                </a:lnTo>
                <a:lnTo>
                  <a:pt x="1038756" y="1512112"/>
                </a:lnTo>
                <a:lnTo>
                  <a:pt x="1042802" y="1507055"/>
                </a:lnTo>
                <a:lnTo>
                  <a:pt x="1047859" y="1501997"/>
                </a:lnTo>
                <a:lnTo>
                  <a:pt x="1052916" y="1498963"/>
                </a:lnTo>
                <a:lnTo>
                  <a:pt x="1059997" y="1495929"/>
                </a:lnTo>
                <a:lnTo>
                  <a:pt x="1059997" y="1495929"/>
                </a:lnTo>
                <a:lnTo>
                  <a:pt x="1085283" y="1487837"/>
                </a:lnTo>
                <a:lnTo>
                  <a:pt x="1111580" y="1477723"/>
                </a:lnTo>
                <a:lnTo>
                  <a:pt x="1136866" y="1466597"/>
                </a:lnTo>
                <a:lnTo>
                  <a:pt x="1161141" y="1454459"/>
                </a:lnTo>
                <a:lnTo>
                  <a:pt x="1161141" y="1454459"/>
                </a:lnTo>
                <a:lnTo>
                  <a:pt x="1167210" y="1451425"/>
                </a:lnTo>
                <a:lnTo>
                  <a:pt x="1174290" y="1450414"/>
                </a:lnTo>
                <a:lnTo>
                  <a:pt x="1180359" y="1449402"/>
                </a:lnTo>
                <a:lnTo>
                  <a:pt x="1186427" y="1450414"/>
                </a:lnTo>
                <a:lnTo>
                  <a:pt x="1193508" y="1451425"/>
                </a:lnTo>
                <a:lnTo>
                  <a:pt x="1199576" y="1454459"/>
                </a:lnTo>
                <a:lnTo>
                  <a:pt x="1205645" y="1458505"/>
                </a:lnTo>
                <a:lnTo>
                  <a:pt x="1210702" y="1462551"/>
                </a:lnTo>
                <a:lnTo>
                  <a:pt x="1296675" y="1549535"/>
                </a:lnTo>
                <a:lnTo>
                  <a:pt x="1296675" y="1549535"/>
                </a:lnTo>
                <a:lnTo>
                  <a:pt x="1301732" y="1553581"/>
                </a:lnTo>
                <a:lnTo>
                  <a:pt x="1307801" y="1556615"/>
                </a:lnTo>
                <a:lnTo>
                  <a:pt x="1314881" y="1558638"/>
                </a:lnTo>
                <a:lnTo>
                  <a:pt x="1320950" y="1558638"/>
                </a:lnTo>
                <a:lnTo>
                  <a:pt x="1320950" y="1558638"/>
                </a:lnTo>
                <a:lnTo>
                  <a:pt x="1328030" y="1558638"/>
                </a:lnTo>
                <a:lnTo>
                  <a:pt x="1334099" y="1556615"/>
                </a:lnTo>
                <a:lnTo>
                  <a:pt x="1340167" y="1553581"/>
                </a:lnTo>
                <a:lnTo>
                  <a:pt x="1345225" y="1549535"/>
                </a:lnTo>
                <a:lnTo>
                  <a:pt x="1549537" y="1344212"/>
                </a:lnTo>
                <a:lnTo>
                  <a:pt x="1549537" y="1344212"/>
                </a:lnTo>
                <a:lnTo>
                  <a:pt x="1554594" y="1339155"/>
                </a:lnTo>
                <a:lnTo>
                  <a:pt x="1557628" y="1333086"/>
                </a:lnTo>
                <a:lnTo>
                  <a:pt x="1559651" y="1327017"/>
                </a:lnTo>
                <a:lnTo>
                  <a:pt x="1559651" y="1319937"/>
                </a:lnTo>
                <a:lnTo>
                  <a:pt x="1559651" y="1319937"/>
                </a:lnTo>
                <a:lnTo>
                  <a:pt x="1559651" y="1313868"/>
                </a:lnTo>
                <a:lnTo>
                  <a:pt x="1557628" y="1307800"/>
                </a:lnTo>
                <a:lnTo>
                  <a:pt x="1554594" y="1301731"/>
                </a:lnTo>
                <a:lnTo>
                  <a:pt x="1549537" y="1296674"/>
                </a:lnTo>
                <a:lnTo>
                  <a:pt x="1463564" y="1209689"/>
                </a:lnTo>
                <a:lnTo>
                  <a:pt x="1463564" y="1209689"/>
                </a:lnTo>
                <a:lnTo>
                  <a:pt x="1458507" y="1204632"/>
                </a:lnTo>
                <a:lnTo>
                  <a:pt x="1455472" y="1198564"/>
                </a:lnTo>
                <a:lnTo>
                  <a:pt x="1452438" y="1192495"/>
                </a:lnTo>
                <a:lnTo>
                  <a:pt x="1451427" y="1186426"/>
                </a:lnTo>
                <a:lnTo>
                  <a:pt x="1450415" y="1179346"/>
                </a:lnTo>
                <a:lnTo>
                  <a:pt x="1451427" y="1173277"/>
                </a:lnTo>
                <a:lnTo>
                  <a:pt x="1452438" y="1166197"/>
                </a:lnTo>
                <a:lnTo>
                  <a:pt x="1455472" y="1160129"/>
                </a:lnTo>
                <a:lnTo>
                  <a:pt x="1455472" y="1160129"/>
                </a:lnTo>
                <a:lnTo>
                  <a:pt x="1466598" y="1135854"/>
                </a:lnTo>
                <a:lnTo>
                  <a:pt x="1477724" y="1110568"/>
                </a:lnTo>
                <a:lnTo>
                  <a:pt x="1487839" y="1085282"/>
                </a:lnTo>
                <a:lnTo>
                  <a:pt x="1496942" y="1058984"/>
                </a:lnTo>
                <a:lnTo>
                  <a:pt x="1496942" y="1058984"/>
                </a:lnTo>
                <a:lnTo>
                  <a:pt x="1499976" y="1052915"/>
                </a:lnTo>
                <a:lnTo>
                  <a:pt x="1503010" y="1046847"/>
                </a:lnTo>
                <a:lnTo>
                  <a:pt x="1507056" y="1041789"/>
                </a:lnTo>
                <a:lnTo>
                  <a:pt x="1512113" y="1037744"/>
                </a:lnTo>
                <a:lnTo>
                  <a:pt x="1518182" y="1033698"/>
                </a:lnTo>
                <a:lnTo>
                  <a:pt x="1524251" y="1031675"/>
                </a:lnTo>
                <a:lnTo>
                  <a:pt x="1530319" y="1029652"/>
                </a:lnTo>
                <a:lnTo>
                  <a:pt x="1536388" y="1029652"/>
                </a:lnTo>
                <a:lnTo>
                  <a:pt x="1660796" y="1029652"/>
                </a:lnTo>
                <a:lnTo>
                  <a:pt x="1660796" y="1029652"/>
                </a:lnTo>
                <a:lnTo>
                  <a:pt x="1666865" y="1028641"/>
                </a:lnTo>
                <a:lnTo>
                  <a:pt x="1673945" y="1026618"/>
                </a:lnTo>
                <a:lnTo>
                  <a:pt x="1679002" y="1023583"/>
                </a:lnTo>
                <a:lnTo>
                  <a:pt x="1684059" y="1019538"/>
                </a:lnTo>
                <a:lnTo>
                  <a:pt x="1688105" y="1014480"/>
                </a:lnTo>
                <a:lnTo>
                  <a:pt x="1692151" y="1008412"/>
                </a:lnTo>
                <a:lnTo>
                  <a:pt x="1694174" y="1002343"/>
                </a:lnTo>
                <a:lnTo>
                  <a:pt x="1694174" y="995263"/>
                </a:lnTo>
                <a:lnTo>
                  <a:pt x="1694174" y="705989"/>
                </a:lnTo>
                <a:lnTo>
                  <a:pt x="1694174" y="705989"/>
                </a:lnTo>
                <a:lnTo>
                  <a:pt x="1694174" y="698909"/>
                </a:lnTo>
                <a:lnTo>
                  <a:pt x="1692151" y="692841"/>
                </a:lnTo>
                <a:lnTo>
                  <a:pt x="1688105" y="686772"/>
                </a:lnTo>
                <a:lnTo>
                  <a:pt x="1684059" y="681715"/>
                </a:lnTo>
                <a:lnTo>
                  <a:pt x="1679002" y="677669"/>
                </a:lnTo>
                <a:lnTo>
                  <a:pt x="1673945" y="674635"/>
                </a:lnTo>
                <a:lnTo>
                  <a:pt x="1666865" y="672612"/>
                </a:lnTo>
                <a:lnTo>
                  <a:pt x="1660796" y="671600"/>
                </a:lnTo>
                <a:lnTo>
                  <a:pt x="1536388" y="671600"/>
                </a:lnTo>
                <a:lnTo>
                  <a:pt x="1536388" y="671600"/>
                </a:lnTo>
                <a:lnTo>
                  <a:pt x="1530319" y="671600"/>
                </a:lnTo>
                <a:lnTo>
                  <a:pt x="1524251" y="669577"/>
                </a:lnTo>
                <a:lnTo>
                  <a:pt x="1518182" y="667554"/>
                </a:lnTo>
                <a:lnTo>
                  <a:pt x="1512113" y="663509"/>
                </a:lnTo>
                <a:lnTo>
                  <a:pt x="1507056" y="659463"/>
                </a:lnTo>
                <a:lnTo>
                  <a:pt x="1503010" y="654406"/>
                </a:lnTo>
                <a:lnTo>
                  <a:pt x="1499976" y="648337"/>
                </a:lnTo>
                <a:lnTo>
                  <a:pt x="1496942" y="642268"/>
                </a:lnTo>
                <a:lnTo>
                  <a:pt x="1496942" y="642268"/>
                </a:lnTo>
                <a:lnTo>
                  <a:pt x="1487839" y="616982"/>
                </a:lnTo>
                <a:lnTo>
                  <a:pt x="1477724" y="590684"/>
                </a:lnTo>
                <a:lnTo>
                  <a:pt x="1466598" y="565398"/>
                </a:lnTo>
                <a:lnTo>
                  <a:pt x="1455472" y="541124"/>
                </a:lnTo>
                <a:lnTo>
                  <a:pt x="1455472" y="541124"/>
                </a:lnTo>
                <a:lnTo>
                  <a:pt x="1452438" y="535055"/>
                </a:lnTo>
                <a:lnTo>
                  <a:pt x="1451427" y="527975"/>
                </a:lnTo>
                <a:lnTo>
                  <a:pt x="1450415" y="521906"/>
                </a:lnTo>
                <a:lnTo>
                  <a:pt x="1451427" y="514826"/>
                </a:lnTo>
                <a:lnTo>
                  <a:pt x="1452438" y="508757"/>
                </a:lnTo>
                <a:lnTo>
                  <a:pt x="1455472" y="502689"/>
                </a:lnTo>
                <a:lnTo>
                  <a:pt x="1458507" y="496620"/>
                </a:lnTo>
                <a:lnTo>
                  <a:pt x="1463564" y="491563"/>
                </a:lnTo>
                <a:lnTo>
                  <a:pt x="1549537" y="405590"/>
                </a:lnTo>
                <a:lnTo>
                  <a:pt x="1549537" y="405590"/>
                </a:lnTo>
                <a:lnTo>
                  <a:pt x="1554594" y="399521"/>
                </a:lnTo>
                <a:lnTo>
                  <a:pt x="1557628" y="394464"/>
                </a:lnTo>
                <a:lnTo>
                  <a:pt x="1559651" y="387384"/>
                </a:lnTo>
                <a:lnTo>
                  <a:pt x="1559651" y="381315"/>
                </a:lnTo>
                <a:lnTo>
                  <a:pt x="1559651" y="381315"/>
                </a:lnTo>
                <a:lnTo>
                  <a:pt x="1559651" y="374235"/>
                </a:lnTo>
                <a:lnTo>
                  <a:pt x="1557628" y="368166"/>
                </a:lnTo>
                <a:lnTo>
                  <a:pt x="1554594" y="362098"/>
                </a:lnTo>
                <a:lnTo>
                  <a:pt x="1549537" y="357040"/>
                </a:lnTo>
                <a:lnTo>
                  <a:pt x="1345225" y="152728"/>
                </a:lnTo>
                <a:lnTo>
                  <a:pt x="1345225" y="152728"/>
                </a:lnTo>
                <a:lnTo>
                  <a:pt x="1340167" y="147671"/>
                </a:lnTo>
                <a:lnTo>
                  <a:pt x="1334099" y="144637"/>
                </a:lnTo>
                <a:lnTo>
                  <a:pt x="1328030" y="142614"/>
                </a:lnTo>
                <a:lnTo>
                  <a:pt x="1320950" y="142614"/>
                </a:lnTo>
                <a:lnTo>
                  <a:pt x="1320950" y="142614"/>
                </a:lnTo>
                <a:lnTo>
                  <a:pt x="1314881" y="142614"/>
                </a:lnTo>
                <a:lnTo>
                  <a:pt x="1307801" y="144637"/>
                </a:lnTo>
                <a:lnTo>
                  <a:pt x="1301732" y="147671"/>
                </a:lnTo>
                <a:lnTo>
                  <a:pt x="1296675" y="152728"/>
                </a:lnTo>
                <a:lnTo>
                  <a:pt x="1210702" y="238701"/>
                </a:lnTo>
                <a:lnTo>
                  <a:pt x="1210702" y="238701"/>
                </a:lnTo>
                <a:lnTo>
                  <a:pt x="1205645" y="243759"/>
                </a:lnTo>
                <a:lnTo>
                  <a:pt x="1199576" y="246793"/>
                </a:lnTo>
                <a:lnTo>
                  <a:pt x="1193508" y="249827"/>
                </a:lnTo>
                <a:lnTo>
                  <a:pt x="1186427" y="250839"/>
                </a:lnTo>
                <a:lnTo>
                  <a:pt x="1180359" y="251850"/>
                </a:lnTo>
                <a:lnTo>
                  <a:pt x="1173279" y="250839"/>
                </a:lnTo>
                <a:lnTo>
                  <a:pt x="1167210" y="249827"/>
                </a:lnTo>
                <a:lnTo>
                  <a:pt x="1161141" y="246793"/>
                </a:lnTo>
                <a:lnTo>
                  <a:pt x="1161141" y="246793"/>
                </a:lnTo>
                <a:lnTo>
                  <a:pt x="1136866" y="234656"/>
                </a:lnTo>
                <a:lnTo>
                  <a:pt x="1111580" y="223530"/>
                </a:lnTo>
                <a:lnTo>
                  <a:pt x="1085283" y="214427"/>
                </a:lnTo>
                <a:lnTo>
                  <a:pt x="1059997" y="205324"/>
                </a:lnTo>
                <a:lnTo>
                  <a:pt x="1059997" y="205324"/>
                </a:lnTo>
                <a:lnTo>
                  <a:pt x="1052916" y="202289"/>
                </a:lnTo>
                <a:lnTo>
                  <a:pt x="1047859" y="199255"/>
                </a:lnTo>
                <a:lnTo>
                  <a:pt x="1042802" y="195209"/>
                </a:lnTo>
                <a:lnTo>
                  <a:pt x="1038756" y="190152"/>
                </a:lnTo>
                <a:lnTo>
                  <a:pt x="1034710" y="184083"/>
                </a:lnTo>
                <a:lnTo>
                  <a:pt x="1032687" y="178015"/>
                </a:lnTo>
                <a:lnTo>
                  <a:pt x="1030665" y="171946"/>
                </a:lnTo>
                <a:lnTo>
                  <a:pt x="1030665" y="164866"/>
                </a:lnTo>
                <a:lnTo>
                  <a:pt x="1030665" y="41469"/>
                </a:lnTo>
                <a:lnTo>
                  <a:pt x="1030665" y="41469"/>
                </a:lnTo>
                <a:lnTo>
                  <a:pt x="1029653" y="35401"/>
                </a:lnTo>
                <a:lnTo>
                  <a:pt x="1027630" y="28321"/>
                </a:lnTo>
                <a:lnTo>
                  <a:pt x="1024596" y="23263"/>
                </a:lnTo>
                <a:lnTo>
                  <a:pt x="1020550" y="18206"/>
                </a:lnTo>
                <a:lnTo>
                  <a:pt x="1015493" y="13149"/>
                </a:lnTo>
                <a:lnTo>
                  <a:pt x="1009424" y="10115"/>
                </a:lnTo>
                <a:lnTo>
                  <a:pt x="1003355" y="8092"/>
                </a:lnTo>
                <a:lnTo>
                  <a:pt x="996275" y="8092"/>
                </a:lnTo>
                <a:lnTo>
                  <a:pt x="707001" y="8092"/>
                </a:lnTo>
                <a:lnTo>
                  <a:pt x="707001" y="8092"/>
                </a:lnTo>
                <a:lnTo>
                  <a:pt x="699921" y="8092"/>
                </a:lnTo>
                <a:lnTo>
                  <a:pt x="693853" y="10115"/>
                </a:lnTo>
                <a:lnTo>
                  <a:pt x="687784" y="13149"/>
                </a:lnTo>
                <a:lnTo>
                  <a:pt x="682727" y="18206"/>
                </a:lnTo>
                <a:lnTo>
                  <a:pt x="678681" y="23263"/>
                </a:lnTo>
                <a:lnTo>
                  <a:pt x="675647" y="28321"/>
                </a:lnTo>
                <a:lnTo>
                  <a:pt x="673624" y="35401"/>
                </a:lnTo>
                <a:lnTo>
                  <a:pt x="672612" y="41469"/>
                </a:lnTo>
                <a:lnTo>
                  <a:pt x="672612" y="164866"/>
                </a:lnTo>
                <a:lnTo>
                  <a:pt x="672612" y="164866"/>
                </a:lnTo>
                <a:lnTo>
                  <a:pt x="671601" y="171946"/>
                </a:lnTo>
                <a:lnTo>
                  <a:pt x="670589" y="178015"/>
                </a:lnTo>
                <a:lnTo>
                  <a:pt x="667555" y="184083"/>
                </a:lnTo>
                <a:lnTo>
                  <a:pt x="664521" y="190152"/>
                </a:lnTo>
                <a:lnTo>
                  <a:pt x="660475" y="195209"/>
                </a:lnTo>
                <a:lnTo>
                  <a:pt x="655418" y="199255"/>
                </a:lnTo>
                <a:lnTo>
                  <a:pt x="649349" y="202289"/>
                </a:lnTo>
                <a:lnTo>
                  <a:pt x="643280" y="205324"/>
                </a:lnTo>
                <a:lnTo>
                  <a:pt x="643280" y="205324"/>
                </a:lnTo>
                <a:lnTo>
                  <a:pt x="616983" y="214427"/>
                </a:lnTo>
                <a:lnTo>
                  <a:pt x="591697" y="223530"/>
                </a:lnTo>
                <a:lnTo>
                  <a:pt x="566410" y="234656"/>
                </a:lnTo>
                <a:lnTo>
                  <a:pt x="542136" y="246793"/>
                </a:lnTo>
                <a:lnTo>
                  <a:pt x="542136" y="246793"/>
                </a:lnTo>
                <a:lnTo>
                  <a:pt x="535055" y="249827"/>
                </a:lnTo>
                <a:lnTo>
                  <a:pt x="528987" y="250839"/>
                </a:lnTo>
                <a:lnTo>
                  <a:pt x="522918" y="251850"/>
                </a:lnTo>
                <a:lnTo>
                  <a:pt x="515838" y="250839"/>
                </a:lnTo>
                <a:lnTo>
                  <a:pt x="509769" y="249827"/>
                </a:lnTo>
                <a:lnTo>
                  <a:pt x="503701" y="246793"/>
                </a:lnTo>
                <a:lnTo>
                  <a:pt x="497632" y="243759"/>
                </a:lnTo>
                <a:lnTo>
                  <a:pt x="492575" y="238701"/>
                </a:lnTo>
                <a:lnTo>
                  <a:pt x="405590" y="152728"/>
                </a:lnTo>
                <a:lnTo>
                  <a:pt x="405590" y="152728"/>
                </a:lnTo>
                <a:lnTo>
                  <a:pt x="400533" y="147671"/>
                </a:lnTo>
                <a:lnTo>
                  <a:pt x="394464" y="144637"/>
                </a:lnTo>
                <a:lnTo>
                  <a:pt x="388396" y="142614"/>
                </a:lnTo>
                <a:lnTo>
                  <a:pt x="381316" y="142614"/>
                </a:lnTo>
                <a:lnTo>
                  <a:pt x="381316" y="142614"/>
                </a:lnTo>
                <a:lnTo>
                  <a:pt x="375247" y="142614"/>
                </a:lnTo>
                <a:lnTo>
                  <a:pt x="369178" y="144637"/>
                </a:lnTo>
                <a:lnTo>
                  <a:pt x="363109" y="147671"/>
                </a:lnTo>
                <a:lnTo>
                  <a:pt x="358052" y="152728"/>
                </a:lnTo>
                <a:lnTo>
                  <a:pt x="152728" y="357040"/>
                </a:lnTo>
                <a:lnTo>
                  <a:pt x="152728" y="357040"/>
                </a:lnTo>
                <a:lnTo>
                  <a:pt x="148683" y="362098"/>
                </a:lnTo>
                <a:lnTo>
                  <a:pt x="145648" y="368166"/>
                </a:lnTo>
                <a:lnTo>
                  <a:pt x="143625" y="374235"/>
                </a:lnTo>
                <a:lnTo>
                  <a:pt x="142614" y="381315"/>
                </a:lnTo>
                <a:lnTo>
                  <a:pt x="143625" y="387384"/>
                </a:lnTo>
                <a:lnTo>
                  <a:pt x="145648" y="393453"/>
                </a:lnTo>
                <a:lnTo>
                  <a:pt x="148683" y="399521"/>
                </a:lnTo>
                <a:lnTo>
                  <a:pt x="152728" y="405590"/>
                </a:lnTo>
                <a:lnTo>
                  <a:pt x="239713" y="491563"/>
                </a:lnTo>
                <a:lnTo>
                  <a:pt x="239713" y="491563"/>
                </a:lnTo>
                <a:lnTo>
                  <a:pt x="243759" y="496620"/>
                </a:lnTo>
                <a:lnTo>
                  <a:pt x="247804" y="502689"/>
                </a:lnTo>
                <a:lnTo>
                  <a:pt x="249827" y="508757"/>
                </a:lnTo>
                <a:lnTo>
                  <a:pt x="251850" y="514826"/>
                </a:lnTo>
                <a:lnTo>
                  <a:pt x="252862" y="521906"/>
                </a:lnTo>
                <a:lnTo>
                  <a:pt x="251850" y="527975"/>
                </a:lnTo>
                <a:lnTo>
                  <a:pt x="250839" y="535055"/>
                </a:lnTo>
                <a:lnTo>
                  <a:pt x="247804" y="541124"/>
                </a:lnTo>
                <a:lnTo>
                  <a:pt x="247804" y="541124"/>
                </a:lnTo>
                <a:lnTo>
                  <a:pt x="235667" y="565398"/>
                </a:lnTo>
                <a:lnTo>
                  <a:pt x="224541" y="590684"/>
                </a:lnTo>
                <a:lnTo>
                  <a:pt x="214427" y="616982"/>
                </a:lnTo>
                <a:lnTo>
                  <a:pt x="205324" y="642268"/>
                </a:lnTo>
                <a:lnTo>
                  <a:pt x="205324" y="642268"/>
                </a:lnTo>
                <a:lnTo>
                  <a:pt x="203301" y="648337"/>
                </a:lnTo>
                <a:lnTo>
                  <a:pt x="199255" y="654406"/>
                </a:lnTo>
                <a:lnTo>
                  <a:pt x="195209" y="659463"/>
                </a:lnTo>
                <a:lnTo>
                  <a:pt x="190152" y="663509"/>
                </a:lnTo>
                <a:lnTo>
                  <a:pt x="185095" y="667554"/>
                </a:lnTo>
                <a:lnTo>
                  <a:pt x="179026" y="669577"/>
                </a:lnTo>
                <a:lnTo>
                  <a:pt x="172957" y="671600"/>
                </a:lnTo>
                <a:lnTo>
                  <a:pt x="165877" y="671600"/>
                </a:lnTo>
                <a:lnTo>
                  <a:pt x="42481" y="671600"/>
                </a:lnTo>
                <a:lnTo>
                  <a:pt x="42481" y="671600"/>
                </a:lnTo>
                <a:lnTo>
                  <a:pt x="35401" y="672612"/>
                </a:lnTo>
                <a:lnTo>
                  <a:pt x="29332" y="674635"/>
                </a:lnTo>
                <a:lnTo>
                  <a:pt x="23263" y="677669"/>
                </a:lnTo>
                <a:lnTo>
                  <a:pt x="18206" y="681715"/>
                </a:lnTo>
                <a:lnTo>
                  <a:pt x="14160" y="686772"/>
                </a:lnTo>
                <a:lnTo>
                  <a:pt x="11126" y="692841"/>
                </a:lnTo>
                <a:lnTo>
                  <a:pt x="9103" y="698909"/>
                </a:lnTo>
                <a:lnTo>
                  <a:pt x="8092" y="705989"/>
                </a:lnTo>
                <a:lnTo>
                  <a:pt x="8092" y="995263"/>
                </a:lnTo>
                <a:lnTo>
                  <a:pt x="8092" y="995263"/>
                </a:lnTo>
                <a:lnTo>
                  <a:pt x="9103" y="1002343"/>
                </a:lnTo>
                <a:lnTo>
                  <a:pt x="11126" y="1008412"/>
                </a:lnTo>
                <a:lnTo>
                  <a:pt x="14160" y="1014480"/>
                </a:lnTo>
                <a:lnTo>
                  <a:pt x="18206" y="1019538"/>
                </a:lnTo>
                <a:lnTo>
                  <a:pt x="23263" y="1023583"/>
                </a:lnTo>
                <a:lnTo>
                  <a:pt x="29332" y="1026618"/>
                </a:lnTo>
                <a:lnTo>
                  <a:pt x="35401" y="1028641"/>
                </a:lnTo>
                <a:lnTo>
                  <a:pt x="42481" y="1029652"/>
                </a:lnTo>
                <a:lnTo>
                  <a:pt x="165877" y="1029652"/>
                </a:lnTo>
                <a:lnTo>
                  <a:pt x="165877" y="1029652"/>
                </a:lnTo>
                <a:lnTo>
                  <a:pt x="172957" y="1029652"/>
                </a:lnTo>
                <a:lnTo>
                  <a:pt x="179026" y="1031675"/>
                </a:lnTo>
                <a:lnTo>
                  <a:pt x="185095" y="1033698"/>
                </a:lnTo>
                <a:lnTo>
                  <a:pt x="190152" y="1037744"/>
                </a:lnTo>
                <a:lnTo>
                  <a:pt x="195209" y="1041789"/>
                </a:lnTo>
                <a:lnTo>
                  <a:pt x="199255" y="1046847"/>
                </a:lnTo>
                <a:lnTo>
                  <a:pt x="203301" y="1052915"/>
                </a:lnTo>
                <a:lnTo>
                  <a:pt x="205324" y="1058984"/>
                </a:lnTo>
                <a:lnTo>
                  <a:pt x="205324" y="1058984"/>
                </a:lnTo>
                <a:lnTo>
                  <a:pt x="214427" y="1085282"/>
                </a:lnTo>
                <a:lnTo>
                  <a:pt x="224541" y="1110568"/>
                </a:lnTo>
                <a:lnTo>
                  <a:pt x="235667" y="1135854"/>
                </a:lnTo>
                <a:lnTo>
                  <a:pt x="247804" y="1160129"/>
                </a:lnTo>
                <a:lnTo>
                  <a:pt x="247804" y="1160129"/>
                </a:lnTo>
                <a:lnTo>
                  <a:pt x="250839" y="1166197"/>
                </a:lnTo>
                <a:lnTo>
                  <a:pt x="251850" y="1173277"/>
                </a:lnTo>
                <a:lnTo>
                  <a:pt x="252862" y="1179346"/>
                </a:lnTo>
                <a:lnTo>
                  <a:pt x="251850" y="1186426"/>
                </a:lnTo>
                <a:lnTo>
                  <a:pt x="249827" y="1192495"/>
                </a:lnTo>
                <a:lnTo>
                  <a:pt x="247804" y="1198564"/>
                </a:lnTo>
                <a:lnTo>
                  <a:pt x="243759" y="1204632"/>
                </a:lnTo>
                <a:lnTo>
                  <a:pt x="239713" y="1209689"/>
                </a:lnTo>
                <a:lnTo>
                  <a:pt x="152728" y="1296674"/>
                </a:lnTo>
                <a:lnTo>
                  <a:pt x="152728" y="1296674"/>
                </a:lnTo>
                <a:lnTo>
                  <a:pt x="148683" y="1301731"/>
                </a:lnTo>
                <a:lnTo>
                  <a:pt x="145648" y="1307800"/>
                </a:lnTo>
                <a:lnTo>
                  <a:pt x="143625" y="1313868"/>
                </a:lnTo>
                <a:lnTo>
                  <a:pt x="142614" y="1319937"/>
                </a:lnTo>
                <a:lnTo>
                  <a:pt x="143625" y="1327017"/>
                </a:lnTo>
                <a:lnTo>
                  <a:pt x="145648" y="1333086"/>
                </a:lnTo>
                <a:lnTo>
                  <a:pt x="148683" y="1339155"/>
                </a:lnTo>
                <a:lnTo>
                  <a:pt x="152728" y="1344212"/>
                </a:lnTo>
                <a:lnTo>
                  <a:pt x="358052" y="1549535"/>
                </a:lnTo>
                <a:lnTo>
                  <a:pt x="358052" y="1549535"/>
                </a:lnTo>
                <a:lnTo>
                  <a:pt x="363109" y="1553581"/>
                </a:lnTo>
                <a:lnTo>
                  <a:pt x="369178" y="1556615"/>
                </a:lnTo>
                <a:lnTo>
                  <a:pt x="375247" y="1558638"/>
                </a:lnTo>
                <a:lnTo>
                  <a:pt x="381316" y="1558638"/>
                </a:lnTo>
                <a:lnTo>
                  <a:pt x="381316" y="1558638"/>
                </a:lnTo>
                <a:lnTo>
                  <a:pt x="388396" y="1558638"/>
                </a:lnTo>
                <a:lnTo>
                  <a:pt x="394464" y="1556615"/>
                </a:lnTo>
                <a:lnTo>
                  <a:pt x="400533" y="1553581"/>
                </a:lnTo>
                <a:lnTo>
                  <a:pt x="405590" y="1549535"/>
                </a:lnTo>
                <a:lnTo>
                  <a:pt x="492575" y="1462551"/>
                </a:lnTo>
                <a:lnTo>
                  <a:pt x="492575" y="1462551"/>
                </a:lnTo>
                <a:lnTo>
                  <a:pt x="499655" y="1457494"/>
                </a:lnTo>
                <a:lnTo>
                  <a:pt x="506735" y="1453448"/>
                </a:lnTo>
                <a:lnTo>
                  <a:pt x="514827" y="1450414"/>
                </a:lnTo>
                <a:lnTo>
                  <a:pt x="522918" y="1449402"/>
                </a:lnTo>
                <a:lnTo>
                  <a:pt x="522918" y="1449402"/>
                </a:lnTo>
                <a:close/>
                <a:moveTo>
                  <a:pt x="851638" y="1275433"/>
                </a:moveTo>
                <a:lnTo>
                  <a:pt x="851638" y="1275433"/>
                </a:lnTo>
                <a:lnTo>
                  <a:pt x="829387" y="1274422"/>
                </a:lnTo>
                <a:lnTo>
                  <a:pt x="808146" y="1273411"/>
                </a:lnTo>
                <a:lnTo>
                  <a:pt x="786906" y="1270376"/>
                </a:lnTo>
                <a:lnTo>
                  <a:pt x="765665" y="1266330"/>
                </a:lnTo>
                <a:lnTo>
                  <a:pt x="745436" y="1262285"/>
                </a:lnTo>
                <a:lnTo>
                  <a:pt x="725208" y="1256216"/>
                </a:lnTo>
                <a:lnTo>
                  <a:pt x="705990" y="1249136"/>
                </a:lnTo>
                <a:lnTo>
                  <a:pt x="686773" y="1242056"/>
                </a:lnTo>
                <a:lnTo>
                  <a:pt x="667555" y="1232953"/>
                </a:lnTo>
                <a:lnTo>
                  <a:pt x="649349" y="1223850"/>
                </a:lnTo>
                <a:lnTo>
                  <a:pt x="631143" y="1213735"/>
                </a:lnTo>
                <a:lnTo>
                  <a:pt x="613948" y="1202609"/>
                </a:lnTo>
                <a:lnTo>
                  <a:pt x="597765" y="1190472"/>
                </a:lnTo>
                <a:lnTo>
                  <a:pt x="581582" y="1178335"/>
                </a:lnTo>
                <a:lnTo>
                  <a:pt x="566410" y="1165186"/>
                </a:lnTo>
                <a:lnTo>
                  <a:pt x="551239" y="1151026"/>
                </a:lnTo>
                <a:lnTo>
                  <a:pt x="537078" y="1135854"/>
                </a:lnTo>
                <a:lnTo>
                  <a:pt x="523930" y="1120682"/>
                </a:lnTo>
                <a:lnTo>
                  <a:pt x="511792" y="1104499"/>
                </a:lnTo>
                <a:lnTo>
                  <a:pt x="499655" y="1088316"/>
                </a:lnTo>
                <a:lnTo>
                  <a:pt x="488529" y="1071121"/>
                </a:lnTo>
                <a:lnTo>
                  <a:pt x="478414" y="1052915"/>
                </a:lnTo>
                <a:lnTo>
                  <a:pt x="469311" y="1034709"/>
                </a:lnTo>
                <a:lnTo>
                  <a:pt x="460208" y="1015492"/>
                </a:lnTo>
                <a:lnTo>
                  <a:pt x="453128" y="996274"/>
                </a:lnTo>
                <a:lnTo>
                  <a:pt x="446048" y="977057"/>
                </a:lnTo>
                <a:lnTo>
                  <a:pt x="439979" y="956828"/>
                </a:lnTo>
                <a:lnTo>
                  <a:pt x="435934" y="936599"/>
                </a:lnTo>
                <a:lnTo>
                  <a:pt x="431888" y="915359"/>
                </a:lnTo>
                <a:lnTo>
                  <a:pt x="428854" y="894118"/>
                </a:lnTo>
                <a:lnTo>
                  <a:pt x="427842" y="872878"/>
                </a:lnTo>
                <a:lnTo>
                  <a:pt x="426831" y="850626"/>
                </a:lnTo>
                <a:lnTo>
                  <a:pt x="426831" y="850626"/>
                </a:lnTo>
                <a:lnTo>
                  <a:pt x="427842" y="829386"/>
                </a:lnTo>
                <a:lnTo>
                  <a:pt x="428854" y="807134"/>
                </a:lnTo>
                <a:lnTo>
                  <a:pt x="431888" y="785894"/>
                </a:lnTo>
                <a:lnTo>
                  <a:pt x="435934" y="765665"/>
                </a:lnTo>
                <a:lnTo>
                  <a:pt x="439979" y="744424"/>
                </a:lnTo>
                <a:lnTo>
                  <a:pt x="446048" y="724195"/>
                </a:lnTo>
                <a:lnTo>
                  <a:pt x="453128" y="704978"/>
                </a:lnTo>
                <a:lnTo>
                  <a:pt x="460208" y="685760"/>
                </a:lnTo>
                <a:lnTo>
                  <a:pt x="469311" y="666543"/>
                </a:lnTo>
                <a:lnTo>
                  <a:pt x="478414" y="648337"/>
                </a:lnTo>
                <a:lnTo>
                  <a:pt x="488529" y="631142"/>
                </a:lnTo>
                <a:lnTo>
                  <a:pt x="499655" y="613948"/>
                </a:lnTo>
                <a:lnTo>
                  <a:pt x="511792" y="596753"/>
                </a:lnTo>
                <a:lnTo>
                  <a:pt x="523930" y="580570"/>
                </a:lnTo>
                <a:lnTo>
                  <a:pt x="537078" y="565398"/>
                </a:lnTo>
                <a:lnTo>
                  <a:pt x="551239" y="550227"/>
                </a:lnTo>
                <a:lnTo>
                  <a:pt x="566410" y="537078"/>
                </a:lnTo>
                <a:lnTo>
                  <a:pt x="581582" y="522918"/>
                </a:lnTo>
                <a:lnTo>
                  <a:pt x="597765" y="510780"/>
                </a:lnTo>
                <a:lnTo>
                  <a:pt x="613948" y="498643"/>
                </a:lnTo>
                <a:lnTo>
                  <a:pt x="631143" y="487517"/>
                </a:lnTo>
                <a:lnTo>
                  <a:pt x="649349" y="477403"/>
                </a:lnTo>
                <a:lnTo>
                  <a:pt x="667555" y="468300"/>
                </a:lnTo>
                <a:lnTo>
                  <a:pt x="686773" y="459197"/>
                </a:lnTo>
                <a:lnTo>
                  <a:pt x="705990" y="452116"/>
                </a:lnTo>
                <a:lnTo>
                  <a:pt x="725208" y="445036"/>
                </a:lnTo>
                <a:lnTo>
                  <a:pt x="745436" y="439979"/>
                </a:lnTo>
                <a:lnTo>
                  <a:pt x="765665" y="434922"/>
                </a:lnTo>
                <a:lnTo>
                  <a:pt x="786906" y="430876"/>
                </a:lnTo>
                <a:lnTo>
                  <a:pt x="808146" y="428853"/>
                </a:lnTo>
                <a:lnTo>
                  <a:pt x="829387" y="426830"/>
                </a:lnTo>
                <a:lnTo>
                  <a:pt x="851638" y="425819"/>
                </a:lnTo>
                <a:lnTo>
                  <a:pt x="851638" y="425819"/>
                </a:lnTo>
                <a:lnTo>
                  <a:pt x="872879" y="426830"/>
                </a:lnTo>
                <a:lnTo>
                  <a:pt x="895131" y="428853"/>
                </a:lnTo>
                <a:lnTo>
                  <a:pt x="916371" y="430876"/>
                </a:lnTo>
                <a:lnTo>
                  <a:pt x="936600" y="434922"/>
                </a:lnTo>
                <a:lnTo>
                  <a:pt x="957840" y="439979"/>
                </a:lnTo>
                <a:lnTo>
                  <a:pt x="977058" y="445036"/>
                </a:lnTo>
                <a:lnTo>
                  <a:pt x="997287" y="452116"/>
                </a:lnTo>
                <a:lnTo>
                  <a:pt x="1016504" y="459197"/>
                </a:lnTo>
                <a:lnTo>
                  <a:pt x="1035722" y="468300"/>
                </a:lnTo>
                <a:lnTo>
                  <a:pt x="1053928" y="477403"/>
                </a:lnTo>
                <a:lnTo>
                  <a:pt x="1071122" y="487517"/>
                </a:lnTo>
                <a:lnTo>
                  <a:pt x="1088317" y="498643"/>
                </a:lnTo>
                <a:lnTo>
                  <a:pt x="1105512" y="510780"/>
                </a:lnTo>
                <a:lnTo>
                  <a:pt x="1121695" y="522918"/>
                </a:lnTo>
                <a:lnTo>
                  <a:pt x="1136866" y="537078"/>
                </a:lnTo>
                <a:lnTo>
                  <a:pt x="1151027" y="550227"/>
                </a:lnTo>
                <a:lnTo>
                  <a:pt x="1165187" y="565398"/>
                </a:lnTo>
                <a:lnTo>
                  <a:pt x="1179347" y="580570"/>
                </a:lnTo>
                <a:lnTo>
                  <a:pt x="1191485" y="596753"/>
                </a:lnTo>
                <a:lnTo>
                  <a:pt x="1203622" y="613948"/>
                </a:lnTo>
                <a:lnTo>
                  <a:pt x="1214748" y="631142"/>
                </a:lnTo>
                <a:lnTo>
                  <a:pt x="1224862" y="648337"/>
                </a:lnTo>
                <a:lnTo>
                  <a:pt x="1233965" y="666543"/>
                </a:lnTo>
                <a:lnTo>
                  <a:pt x="1242057" y="685760"/>
                </a:lnTo>
                <a:lnTo>
                  <a:pt x="1250149" y="704978"/>
                </a:lnTo>
                <a:lnTo>
                  <a:pt x="1257229" y="724195"/>
                </a:lnTo>
                <a:lnTo>
                  <a:pt x="1262286" y="744424"/>
                </a:lnTo>
                <a:lnTo>
                  <a:pt x="1267343" y="765665"/>
                </a:lnTo>
                <a:lnTo>
                  <a:pt x="1271389" y="785894"/>
                </a:lnTo>
                <a:lnTo>
                  <a:pt x="1273412" y="807134"/>
                </a:lnTo>
                <a:lnTo>
                  <a:pt x="1275435" y="829386"/>
                </a:lnTo>
                <a:lnTo>
                  <a:pt x="1275435" y="850626"/>
                </a:lnTo>
                <a:lnTo>
                  <a:pt x="1275435" y="850626"/>
                </a:lnTo>
                <a:lnTo>
                  <a:pt x="1275435" y="872878"/>
                </a:lnTo>
                <a:lnTo>
                  <a:pt x="1273412" y="894118"/>
                </a:lnTo>
                <a:lnTo>
                  <a:pt x="1271389" y="915359"/>
                </a:lnTo>
                <a:lnTo>
                  <a:pt x="1267343" y="936599"/>
                </a:lnTo>
                <a:lnTo>
                  <a:pt x="1262286" y="956828"/>
                </a:lnTo>
                <a:lnTo>
                  <a:pt x="1257229" y="977057"/>
                </a:lnTo>
                <a:lnTo>
                  <a:pt x="1250149" y="996274"/>
                </a:lnTo>
                <a:lnTo>
                  <a:pt x="1242057" y="1015492"/>
                </a:lnTo>
                <a:lnTo>
                  <a:pt x="1233965" y="1034709"/>
                </a:lnTo>
                <a:lnTo>
                  <a:pt x="1224862" y="1052915"/>
                </a:lnTo>
                <a:lnTo>
                  <a:pt x="1214748" y="1071121"/>
                </a:lnTo>
                <a:lnTo>
                  <a:pt x="1203622" y="1088316"/>
                </a:lnTo>
                <a:lnTo>
                  <a:pt x="1191485" y="1104499"/>
                </a:lnTo>
                <a:lnTo>
                  <a:pt x="1179347" y="1120682"/>
                </a:lnTo>
                <a:lnTo>
                  <a:pt x="1165187" y="1135854"/>
                </a:lnTo>
                <a:lnTo>
                  <a:pt x="1151027" y="1151026"/>
                </a:lnTo>
                <a:lnTo>
                  <a:pt x="1136866" y="1165186"/>
                </a:lnTo>
                <a:lnTo>
                  <a:pt x="1121695" y="1178335"/>
                </a:lnTo>
                <a:lnTo>
                  <a:pt x="1105512" y="1190472"/>
                </a:lnTo>
                <a:lnTo>
                  <a:pt x="1088317" y="1202609"/>
                </a:lnTo>
                <a:lnTo>
                  <a:pt x="1071122" y="1213735"/>
                </a:lnTo>
                <a:lnTo>
                  <a:pt x="1053928" y="1223850"/>
                </a:lnTo>
                <a:lnTo>
                  <a:pt x="1035722" y="1232953"/>
                </a:lnTo>
                <a:lnTo>
                  <a:pt x="1016504" y="1242056"/>
                </a:lnTo>
                <a:lnTo>
                  <a:pt x="997287" y="1249136"/>
                </a:lnTo>
                <a:lnTo>
                  <a:pt x="977058" y="1256216"/>
                </a:lnTo>
                <a:lnTo>
                  <a:pt x="957840" y="1262285"/>
                </a:lnTo>
                <a:lnTo>
                  <a:pt x="936600" y="1266330"/>
                </a:lnTo>
                <a:lnTo>
                  <a:pt x="916371" y="1270376"/>
                </a:lnTo>
                <a:lnTo>
                  <a:pt x="895131" y="1273411"/>
                </a:lnTo>
                <a:lnTo>
                  <a:pt x="872879" y="1274422"/>
                </a:lnTo>
                <a:lnTo>
                  <a:pt x="851638" y="1275433"/>
                </a:lnTo>
                <a:lnTo>
                  <a:pt x="851638" y="1275433"/>
                </a:lnTo>
                <a:close/>
                <a:moveTo>
                  <a:pt x="851638" y="433910"/>
                </a:moveTo>
                <a:lnTo>
                  <a:pt x="851638" y="433910"/>
                </a:lnTo>
                <a:lnTo>
                  <a:pt x="830398" y="434922"/>
                </a:lnTo>
                <a:lnTo>
                  <a:pt x="809158" y="436945"/>
                </a:lnTo>
                <a:lnTo>
                  <a:pt x="787917" y="438968"/>
                </a:lnTo>
                <a:lnTo>
                  <a:pt x="767688" y="443013"/>
                </a:lnTo>
                <a:lnTo>
                  <a:pt x="747459" y="447059"/>
                </a:lnTo>
                <a:lnTo>
                  <a:pt x="727230" y="453128"/>
                </a:lnTo>
                <a:lnTo>
                  <a:pt x="708013" y="459197"/>
                </a:lnTo>
                <a:lnTo>
                  <a:pt x="689807" y="467288"/>
                </a:lnTo>
                <a:lnTo>
                  <a:pt x="670589" y="475380"/>
                </a:lnTo>
                <a:lnTo>
                  <a:pt x="653395" y="484483"/>
                </a:lnTo>
                <a:lnTo>
                  <a:pt x="635189" y="494597"/>
                </a:lnTo>
                <a:lnTo>
                  <a:pt x="619006" y="505723"/>
                </a:lnTo>
                <a:lnTo>
                  <a:pt x="602822" y="516849"/>
                </a:lnTo>
                <a:lnTo>
                  <a:pt x="586639" y="529998"/>
                </a:lnTo>
                <a:lnTo>
                  <a:pt x="571468" y="542135"/>
                </a:lnTo>
                <a:lnTo>
                  <a:pt x="557307" y="556295"/>
                </a:lnTo>
                <a:lnTo>
                  <a:pt x="543147" y="570456"/>
                </a:lnTo>
                <a:lnTo>
                  <a:pt x="529998" y="585627"/>
                </a:lnTo>
                <a:lnTo>
                  <a:pt x="517861" y="601810"/>
                </a:lnTo>
                <a:lnTo>
                  <a:pt x="505724" y="617994"/>
                </a:lnTo>
                <a:lnTo>
                  <a:pt x="495609" y="635188"/>
                </a:lnTo>
                <a:lnTo>
                  <a:pt x="485495" y="652383"/>
                </a:lnTo>
                <a:lnTo>
                  <a:pt x="476392" y="670589"/>
                </a:lnTo>
                <a:lnTo>
                  <a:pt x="467289" y="688795"/>
                </a:lnTo>
                <a:lnTo>
                  <a:pt x="460208" y="708012"/>
                </a:lnTo>
                <a:lnTo>
                  <a:pt x="454140" y="727230"/>
                </a:lnTo>
                <a:lnTo>
                  <a:pt x="448071" y="746447"/>
                </a:lnTo>
                <a:lnTo>
                  <a:pt x="443014" y="766676"/>
                </a:lnTo>
                <a:lnTo>
                  <a:pt x="439979" y="786905"/>
                </a:lnTo>
                <a:lnTo>
                  <a:pt x="436945" y="808145"/>
                </a:lnTo>
                <a:lnTo>
                  <a:pt x="435934" y="829386"/>
                </a:lnTo>
                <a:lnTo>
                  <a:pt x="434922" y="850626"/>
                </a:lnTo>
                <a:lnTo>
                  <a:pt x="434922" y="850626"/>
                </a:lnTo>
                <a:lnTo>
                  <a:pt x="435934" y="871866"/>
                </a:lnTo>
                <a:lnTo>
                  <a:pt x="436945" y="893107"/>
                </a:lnTo>
                <a:lnTo>
                  <a:pt x="439979" y="914347"/>
                </a:lnTo>
                <a:lnTo>
                  <a:pt x="443014" y="934576"/>
                </a:lnTo>
                <a:lnTo>
                  <a:pt x="448071" y="954805"/>
                </a:lnTo>
                <a:lnTo>
                  <a:pt x="454140" y="974023"/>
                </a:lnTo>
                <a:lnTo>
                  <a:pt x="460208" y="994251"/>
                </a:lnTo>
                <a:lnTo>
                  <a:pt x="467289" y="1012457"/>
                </a:lnTo>
                <a:lnTo>
                  <a:pt x="476392" y="1030663"/>
                </a:lnTo>
                <a:lnTo>
                  <a:pt x="485495" y="1048870"/>
                </a:lnTo>
                <a:lnTo>
                  <a:pt x="495609" y="1066064"/>
                </a:lnTo>
                <a:lnTo>
                  <a:pt x="505724" y="1083259"/>
                </a:lnTo>
                <a:lnTo>
                  <a:pt x="517861" y="1099442"/>
                </a:lnTo>
                <a:lnTo>
                  <a:pt x="529998" y="1115625"/>
                </a:lnTo>
                <a:lnTo>
                  <a:pt x="543147" y="1130797"/>
                </a:lnTo>
                <a:lnTo>
                  <a:pt x="557307" y="1144957"/>
                </a:lnTo>
                <a:lnTo>
                  <a:pt x="571468" y="1159117"/>
                </a:lnTo>
                <a:lnTo>
                  <a:pt x="586639" y="1172266"/>
                </a:lnTo>
                <a:lnTo>
                  <a:pt x="602822" y="1184403"/>
                </a:lnTo>
                <a:lnTo>
                  <a:pt x="619006" y="1195529"/>
                </a:lnTo>
                <a:lnTo>
                  <a:pt x="635189" y="1206655"/>
                </a:lnTo>
                <a:lnTo>
                  <a:pt x="653395" y="1216770"/>
                </a:lnTo>
                <a:lnTo>
                  <a:pt x="670589" y="1225873"/>
                </a:lnTo>
                <a:lnTo>
                  <a:pt x="689807" y="1233964"/>
                </a:lnTo>
                <a:lnTo>
                  <a:pt x="708013" y="1242056"/>
                </a:lnTo>
                <a:lnTo>
                  <a:pt x="727230" y="1248124"/>
                </a:lnTo>
                <a:lnTo>
                  <a:pt x="747459" y="1254193"/>
                </a:lnTo>
                <a:lnTo>
                  <a:pt x="767688" y="1258239"/>
                </a:lnTo>
                <a:lnTo>
                  <a:pt x="787917" y="1262285"/>
                </a:lnTo>
                <a:lnTo>
                  <a:pt x="809158" y="1265319"/>
                </a:lnTo>
                <a:lnTo>
                  <a:pt x="830398" y="1266330"/>
                </a:lnTo>
                <a:lnTo>
                  <a:pt x="851638" y="1267342"/>
                </a:lnTo>
                <a:lnTo>
                  <a:pt x="851638" y="1267342"/>
                </a:lnTo>
                <a:lnTo>
                  <a:pt x="872879" y="1266330"/>
                </a:lnTo>
                <a:lnTo>
                  <a:pt x="894119" y="1265319"/>
                </a:lnTo>
                <a:lnTo>
                  <a:pt x="914348" y="1262285"/>
                </a:lnTo>
                <a:lnTo>
                  <a:pt x="935589" y="1258239"/>
                </a:lnTo>
                <a:lnTo>
                  <a:pt x="955817" y="1254193"/>
                </a:lnTo>
                <a:lnTo>
                  <a:pt x="975035" y="1248124"/>
                </a:lnTo>
                <a:lnTo>
                  <a:pt x="994252" y="1242056"/>
                </a:lnTo>
                <a:lnTo>
                  <a:pt x="1013470" y="1233964"/>
                </a:lnTo>
                <a:lnTo>
                  <a:pt x="1031676" y="1225873"/>
                </a:lnTo>
                <a:lnTo>
                  <a:pt x="1049882" y="1216770"/>
                </a:lnTo>
                <a:lnTo>
                  <a:pt x="1067077" y="1206655"/>
                </a:lnTo>
                <a:lnTo>
                  <a:pt x="1084271" y="1195529"/>
                </a:lnTo>
                <a:lnTo>
                  <a:pt x="1100454" y="1184403"/>
                </a:lnTo>
                <a:lnTo>
                  <a:pt x="1116638" y="1172266"/>
                </a:lnTo>
                <a:lnTo>
                  <a:pt x="1130798" y="1159117"/>
                </a:lnTo>
                <a:lnTo>
                  <a:pt x="1145970" y="1144957"/>
                </a:lnTo>
                <a:lnTo>
                  <a:pt x="1159118" y="1130797"/>
                </a:lnTo>
                <a:lnTo>
                  <a:pt x="1172267" y="1115625"/>
                </a:lnTo>
                <a:lnTo>
                  <a:pt x="1185416" y="1099442"/>
                </a:lnTo>
                <a:lnTo>
                  <a:pt x="1196542" y="1083259"/>
                </a:lnTo>
                <a:lnTo>
                  <a:pt x="1207668" y="1066064"/>
                </a:lnTo>
                <a:lnTo>
                  <a:pt x="1217782" y="1048870"/>
                </a:lnTo>
                <a:lnTo>
                  <a:pt x="1226885" y="1030663"/>
                </a:lnTo>
                <a:lnTo>
                  <a:pt x="1234977" y="1012457"/>
                </a:lnTo>
                <a:lnTo>
                  <a:pt x="1242057" y="994251"/>
                </a:lnTo>
                <a:lnTo>
                  <a:pt x="1249137" y="974023"/>
                </a:lnTo>
                <a:lnTo>
                  <a:pt x="1255206" y="954805"/>
                </a:lnTo>
                <a:lnTo>
                  <a:pt x="1259252" y="934576"/>
                </a:lnTo>
                <a:lnTo>
                  <a:pt x="1263297" y="914347"/>
                </a:lnTo>
                <a:lnTo>
                  <a:pt x="1265320" y="893107"/>
                </a:lnTo>
                <a:lnTo>
                  <a:pt x="1267343" y="871866"/>
                </a:lnTo>
                <a:lnTo>
                  <a:pt x="1267343" y="850626"/>
                </a:lnTo>
                <a:lnTo>
                  <a:pt x="1267343" y="850626"/>
                </a:lnTo>
                <a:lnTo>
                  <a:pt x="1267343" y="829386"/>
                </a:lnTo>
                <a:lnTo>
                  <a:pt x="1265320" y="808145"/>
                </a:lnTo>
                <a:lnTo>
                  <a:pt x="1263297" y="786905"/>
                </a:lnTo>
                <a:lnTo>
                  <a:pt x="1259252" y="766676"/>
                </a:lnTo>
                <a:lnTo>
                  <a:pt x="1255206" y="746447"/>
                </a:lnTo>
                <a:lnTo>
                  <a:pt x="1249137" y="727230"/>
                </a:lnTo>
                <a:lnTo>
                  <a:pt x="1242057" y="708012"/>
                </a:lnTo>
                <a:lnTo>
                  <a:pt x="1234977" y="688795"/>
                </a:lnTo>
                <a:lnTo>
                  <a:pt x="1226885" y="670589"/>
                </a:lnTo>
                <a:lnTo>
                  <a:pt x="1217782" y="652383"/>
                </a:lnTo>
                <a:lnTo>
                  <a:pt x="1207668" y="635188"/>
                </a:lnTo>
                <a:lnTo>
                  <a:pt x="1196542" y="617994"/>
                </a:lnTo>
                <a:lnTo>
                  <a:pt x="1185416" y="601810"/>
                </a:lnTo>
                <a:lnTo>
                  <a:pt x="1172267" y="585627"/>
                </a:lnTo>
                <a:lnTo>
                  <a:pt x="1159118" y="570456"/>
                </a:lnTo>
                <a:lnTo>
                  <a:pt x="1145970" y="556295"/>
                </a:lnTo>
                <a:lnTo>
                  <a:pt x="1130798" y="542135"/>
                </a:lnTo>
                <a:lnTo>
                  <a:pt x="1116638" y="529998"/>
                </a:lnTo>
                <a:lnTo>
                  <a:pt x="1100454" y="516849"/>
                </a:lnTo>
                <a:lnTo>
                  <a:pt x="1084271" y="505723"/>
                </a:lnTo>
                <a:lnTo>
                  <a:pt x="1067077" y="494597"/>
                </a:lnTo>
                <a:lnTo>
                  <a:pt x="1049882" y="484483"/>
                </a:lnTo>
                <a:lnTo>
                  <a:pt x="1031676" y="475380"/>
                </a:lnTo>
                <a:lnTo>
                  <a:pt x="1013470" y="467288"/>
                </a:lnTo>
                <a:lnTo>
                  <a:pt x="994252" y="459197"/>
                </a:lnTo>
                <a:lnTo>
                  <a:pt x="975035" y="453128"/>
                </a:lnTo>
                <a:lnTo>
                  <a:pt x="955817" y="447059"/>
                </a:lnTo>
                <a:lnTo>
                  <a:pt x="935589" y="443013"/>
                </a:lnTo>
                <a:lnTo>
                  <a:pt x="914348" y="438968"/>
                </a:lnTo>
                <a:lnTo>
                  <a:pt x="894119" y="436945"/>
                </a:lnTo>
                <a:lnTo>
                  <a:pt x="872879" y="434922"/>
                </a:lnTo>
                <a:lnTo>
                  <a:pt x="851638" y="433910"/>
                </a:lnTo>
                <a:lnTo>
                  <a:pt x="851638" y="433910"/>
                </a:lnTo>
                <a:close/>
              </a:path>
            </a:pathLst>
          </a:custGeom>
          <a:solidFill>
            <a:srgbClr val="D8D8D8"/>
          </a:solidFill>
          <a:ln cap="flat" cmpd="sng" w="9525">
            <a:solidFill>
              <a:srgbClr val="174D9D">
                <a:alpha val="98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3b3864a3b97_0_6"/>
          <p:cNvSpPr txBox="1"/>
          <p:nvPr/>
        </p:nvSpPr>
        <p:spPr>
          <a:xfrm>
            <a:off x="2290358" y="812414"/>
            <a:ext cx="13707300" cy="13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183515" rtl="0" algn="l">
              <a:lnSpc>
                <a:spcPct val="100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8800">
                <a:solidFill>
                  <a:srgbClr val="174D9D"/>
                </a:solidFill>
                <a:latin typeface="Poppins"/>
                <a:ea typeface="Poppins"/>
                <a:cs typeface="Poppins"/>
                <a:sym typeface="Poppins"/>
              </a:rPr>
              <a:t>Allure report</a:t>
            </a:r>
            <a:endParaRPr b="1" sz="8800">
              <a:solidFill>
                <a:srgbClr val="174D9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8" name="Google Shape;158;g3b3864a3b97_0_6"/>
          <p:cNvSpPr/>
          <p:nvPr/>
        </p:nvSpPr>
        <p:spPr>
          <a:xfrm>
            <a:off x="449600" y="9807787"/>
            <a:ext cx="1270631" cy="1274864"/>
          </a:xfrm>
          <a:custGeom>
            <a:rect b="b" l="l" r="r" t="t"/>
            <a:pathLst>
              <a:path extrusionOk="0" h="1694172" w="1694174">
                <a:moveTo>
                  <a:pt x="1655739" y="663508"/>
                </a:moveTo>
                <a:lnTo>
                  <a:pt x="1532342" y="663508"/>
                </a:lnTo>
                <a:lnTo>
                  <a:pt x="1532342" y="663508"/>
                </a:lnTo>
                <a:lnTo>
                  <a:pt x="1526273" y="663508"/>
                </a:lnTo>
                <a:lnTo>
                  <a:pt x="1520205" y="661485"/>
                </a:lnTo>
                <a:lnTo>
                  <a:pt x="1515147" y="659463"/>
                </a:lnTo>
                <a:lnTo>
                  <a:pt x="1510090" y="656428"/>
                </a:lnTo>
                <a:lnTo>
                  <a:pt x="1506044" y="652382"/>
                </a:lnTo>
                <a:lnTo>
                  <a:pt x="1501999" y="648337"/>
                </a:lnTo>
                <a:lnTo>
                  <a:pt x="1498964" y="643279"/>
                </a:lnTo>
                <a:lnTo>
                  <a:pt x="1495930" y="637211"/>
                </a:lnTo>
                <a:lnTo>
                  <a:pt x="1495930" y="637211"/>
                </a:lnTo>
                <a:lnTo>
                  <a:pt x="1486827" y="610913"/>
                </a:lnTo>
                <a:lnTo>
                  <a:pt x="1476712" y="584616"/>
                </a:lnTo>
                <a:lnTo>
                  <a:pt x="1466598" y="560341"/>
                </a:lnTo>
                <a:lnTo>
                  <a:pt x="1454461" y="535055"/>
                </a:lnTo>
                <a:lnTo>
                  <a:pt x="1454461" y="535055"/>
                </a:lnTo>
                <a:lnTo>
                  <a:pt x="1451426" y="528986"/>
                </a:lnTo>
                <a:lnTo>
                  <a:pt x="1450415" y="523929"/>
                </a:lnTo>
                <a:lnTo>
                  <a:pt x="1450415" y="517860"/>
                </a:lnTo>
                <a:lnTo>
                  <a:pt x="1450415" y="511791"/>
                </a:lnTo>
                <a:lnTo>
                  <a:pt x="1452438" y="505723"/>
                </a:lnTo>
                <a:lnTo>
                  <a:pt x="1454461" y="500666"/>
                </a:lnTo>
                <a:lnTo>
                  <a:pt x="1457495" y="495608"/>
                </a:lnTo>
                <a:lnTo>
                  <a:pt x="1461541" y="490551"/>
                </a:lnTo>
                <a:lnTo>
                  <a:pt x="1548525" y="403567"/>
                </a:lnTo>
                <a:lnTo>
                  <a:pt x="1548525" y="403567"/>
                </a:lnTo>
                <a:lnTo>
                  <a:pt x="1552571" y="397498"/>
                </a:lnTo>
                <a:lnTo>
                  <a:pt x="1556617" y="391429"/>
                </a:lnTo>
                <a:lnTo>
                  <a:pt x="1558640" y="384349"/>
                </a:lnTo>
                <a:lnTo>
                  <a:pt x="1559651" y="377269"/>
                </a:lnTo>
                <a:lnTo>
                  <a:pt x="1558640" y="370189"/>
                </a:lnTo>
                <a:lnTo>
                  <a:pt x="1556617" y="363109"/>
                </a:lnTo>
                <a:lnTo>
                  <a:pt x="1552571" y="356029"/>
                </a:lnTo>
                <a:lnTo>
                  <a:pt x="1548525" y="349960"/>
                </a:lnTo>
                <a:lnTo>
                  <a:pt x="1343201" y="145648"/>
                </a:lnTo>
                <a:lnTo>
                  <a:pt x="1343201" y="145648"/>
                </a:lnTo>
                <a:lnTo>
                  <a:pt x="1337133" y="140591"/>
                </a:lnTo>
                <a:lnTo>
                  <a:pt x="1331064" y="136545"/>
                </a:lnTo>
                <a:lnTo>
                  <a:pt x="1323984" y="134522"/>
                </a:lnTo>
                <a:lnTo>
                  <a:pt x="1316904" y="134522"/>
                </a:lnTo>
                <a:lnTo>
                  <a:pt x="1308812" y="134522"/>
                </a:lnTo>
                <a:lnTo>
                  <a:pt x="1301732" y="136545"/>
                </a:lnTo>
                <a:lnTo>
                  <a:pt x="1295663" y="140591"/>
                </a:lnTo>
                <a:lnTo>
                  <a:pt x="1289595" y="145648"/>
                </a:lnTo>
                <a:lnTo>
                  <a:pt x="1202610" y="231621"/>
                </a:lnTo>
                <a:lnTo>
                  <a:pt x="1202610" y="231621"/>
                </a:lnTo>
                <a:lnTo>
                  <a:pt x="1198565" y="235667"/>
                </a:lnTo>
                <a:lnTo>
                  <a:pt x="1193507" y="239713"/>
                </a:lnTo>
                <a:lnTo>
                  <a:pt x="1187439" y="241735"/>
                </a:lnTo>
                <a:lnTo>
                  <a:pt x="1181370" y="242747"/>
                </a:lnTo>
                <a:lnTo>
                  <a:pt x="1176313" y="243758"/>
                </a:lnTo>
                <a:lnTo>
                  <a:pt x="1170244" y="242747"/>
                </a:lnTo>
                <a:lnTo>
                  <a:pt x="1164175" y="241735"/>
                </a:lnTo>
                <a:lnTo>
                  <a:pt x="1158107" y="239713"/>
                </a:lnTo>
                <a:lnTo>
                  <a:pt x="1158107" y="239713"/>
                </a:lnTo>
                <a:lnTo>
                  <a:pt x="1133832" y="227575"/>
                </a:lnTo>
                <a:lnTo>
                  <a:pt x="1108546" y="216449"/>
                </a:lnTo>
                <a:lnTo>
                  <a:pt x="1082248" y="206335"/>
                </a:lnTo>
                <a:lnTo>
                  <a:pt x="1055950" y="197232"/>
                </a:lnTo>
                <a:lnTo>
                  <a:pt x="1055950" y="197232"/>
                </a:lnTo>
                <a:lnTo>
                  <a:pt x="1050893" y="195209"/>
                </a:lnTo>
                <a:lnTo>
                  <a:pt x="1045836" y="192175"/>
                </a:lnTo>
                <a:lnTo>
                  <a:pt x="1040779" y="188129"/>
                </a:lnTo>
                <a:lnTo>
                  <a:pt x="1036733" y="183072"/>
                </a:lnTo>
                <a:lnTo>
                  <a:pt x="1033699" y="179026"/>
                </a:lnTo>
                <a:lnTo>
                  <a:pt x="1031676" y="172957"/>
                </a:lnTo>
                <a:lnTo>
                  <a:pt x="1029653" y="166888"/>
                </a:lnTo>
                <a:lnTo>
                  <a:pt x="1029653" y="160820"/>
                </a:lnTo>
                <a:lnTo>
                  <a:pt x="1029653" y="37423"/>
                </a:lnTo>
                <a:lnTo>
                  <a:pt x="1029653" y="37423"/>
                </a:lnTo>
                <a:lnTo>
                  <a:pt x="1028641" y="30343"/>
                </a:lnTo>
                <a:lnTo>
                  <a:pt x="1026619" y="23263"/>
                </a:lnTo>
                <a:lnTo>
                  <a:pt x="1023584" y="16183"/>
                </a:lnTo>
                <a:lnTo>
                  <a:pt x="1018527" y="11126"/>
                </a:lnTo>
                <a:lnTo>
                  <a:pt x="1012458" y="6069"/>
                </a:lnTo>
                <a:lnTo>
                  <a:pt x="1006390" y="3034"/>
                </a:lnTo>
                <a:lnTo>
                  <a:pt x="999309" y="0"/>
                </a:lnTo>
                <a:lnTo>
                  <a:pt x="991218" y="0"/>
                </a:lnTo>
                <a:lnTo>
                  <a:pt x="701944" y="0"/>
                </a:lnTo>
                <a:lnTo>
                  <a:pt x="701944" y="0"/>
                </a:lnTo>
                <a:lnTo>
                  <a:pt x="694864" y="0"/>
                </a:lnTo>
                <a:lnTo>
                  <a:pt x="686772" y="3034"/>
                </a:lnTo>
                <a:lnTo>
                  <a:pt x="680704" y="6069"/>
                </a:lnTo>
                <a:lnTo>
                  <a:pt x="675646" y="11126"/>
                </a:lnTo>
                <a:lnTo>
                  <a:pt x="670589" y="16183"/>
                </a:lnTo>
                <a:lnTo>
                  <a:pt x="666543" y="23263"/>
                </a:lnTo>
                <a:lnTo>
                  <a:pt x="664520" y="30343"/>
                </a:lnTo>
                <a:lnTo>
                  <a:pt x="663509" y="37423"/>
                </a:lnTo>
                <a:lnTo>
                  <a:pt x="663509" y="160820"/>
                </a:lnTo>
                <a:lnTo>
                  <a:pt x="663509" y="160820"/>
                </a:lnTo>
                <a:lnTo>
                  <a:pt x="663509" y="166888"/>
                </a:lnTo>
                <a:lnTo>
                  <a:pt x="662498" y="172957"/>
                </a:lnTo>
                <a:lnTo>
                  <a:pt x="659463" y="179026"/>
                </a:lnTo>
                <a:lnTo>
                  <a:pt x="656429" y="183072"/>
                </a:lnTo>
                <a:lnTo>
                  <a:pt x="652383" y="188129"/>
                </a:lnTo>
                <a:lnTo>
                  <a:pt x="648337" y="192175"/>
                </a:lnTo>
                <a:lnTo>
                  <a:pt x="643280" y="195209"/>
                </a:lnTo>
                <a:lnTo>
                  <a:pt x="637211" y="197232"/>
                </a:lnTo>
                <a:lnTo>
                  <a:pt x="637211" y="197232"/>
                </a:lnTo>
                <a:lnTo>
                  <a:pt x="610914" y="206335"/>
                </a:lnTo>
                <a:lnTo>
                  <a:pt x="585628" y="216449"/>
                </a:lnTo>
                <a:lnTo>
                  <a:pt x="560341" y="227575"/>
                </a:lnTo>
                <a:lnTo>
                  <a:pt x="535055" y="239713"/>
                </a:lnTo>
                <a:lnTo>
                  <a:pt x="535055" y="239713"/>
                </a:lnTo>
                <a:lnTo>
                  <a:pt x="529998" y="241735"/>
                </a:lnTo>
                <a:lnTo>
                  <a:pt x="523929" y="242747"/>
                </a:lnTo>
                <a:lnTo>
                  <a:pt x="517861" y="243758"/>
                </a:lnTo>
                <a:lnTo>
                  <a:pt x="511792" y="242747"/>
                </a:lnTo>
                <a:lnTo>
                  <a:pt x="505723" y="241735"/>
                </a:lnTo>
                <a:lnTo>
                  <a:pt x="500666" y="239713"/>
                </a:lnTo>
                <a:lnTo>
                  <a:pt x="495609" y="235667"/>
                </a:lnTo>
                <a:lnTo>
                  <a:pt x="490552" y="231621"/>
                </a:lnTo>
                <a:lnTo>
                  <a:pt x="403567" y="145648"/>
                </a:lnTo>
                <a:lnTo>
                  <a:pt x="403567" y="145648"/>
                </a:lnTo>
                <a:lnTo>
                  <a:pt x="398510" y="140591"/>
                </a:lnTo>
                <a:lnTo>
                  <a:pt x="391430" y="136545"/>
                </a:lnTo>
                <a:lnTo>
                  <a:pt x="384350" y="134522"/>
                </a:lnTo>
                <a:lnTo>
                  <a:pt x="377269" y="134522"/>
                </a:lnTo>
                <a:lnTo>
                  <a:pt x="370189" y="134522"/>
                </a:lnTo>
                <a:lnTo>
                  <a:pt x="363109" y="136545"/>
                </a:lnTo>
                <a:lnTo>
                  <a:pt x="356029" y="140591"/>
                </a:lnTo>
                <a:lnTo>
                  <a:pt x="349960" y="145648"/>
                </a:lnTo>
                <a:lnTo>
                  <a:pt x="145648" y="349960"/>
                </a:lnTo>
                <a:lnTo>
                  <a:pt x="145648" y="349960"/>
                </a:lnTo>
                <a:lnTo>
                  <a:pt x="140591" y="356029"/>
                </a:lnTo>
                <a:lnTo>
                  <a:pt x="137557" y="363109"/>
                </a:lnTo>
                <a:lnTo>
                  <a:pt x="135534" y="370189"/>
                </a:lnTo>
                <a:lnTo>
                  <a:pt x="134522" y="377269"/>
                </a:lnTo>
                <a:lnTo>
                  <a:pt x="135534" y="384349"/>
                </a:lnTo>
                <a:lnTo>
                  <a:pt x="137557" y="391429"/>
                </a:lnTo>
                <a:lnTo>
                  <a:pt x="140591" y="397498"/>
                </a:lnTo>
                <a:lnTo>
                  <a:pt x="145648" y="403567"/>
                </a:lnTo>
                <a:lnTo>
                  <a:pt x="232633" y="490551"/>
                </a:lnTo>
                <a:lnTo>
                  <a:pt x="232633" y="490551"/>
                </a:lnTo>
                <a:lnTo>
                  <a:pt x="235667" y="495608"/>
                </a:lnTo>
                <a:lnTo>
                  <a:pt x="239713" y="500666"/>
                </a:lnTo>
                <a:lnTo>
                  <a:pt x="241736" y="505723"/>
                </a:lnTo>
                <a:lnTo>
                  <a:pt x="242747" y="511791"/>
                </a:lnTo>
                <a:lnTo>
                  <a:pt x="243758" y="517860"/>
                </a:lnTo>
                <a:lnTo>
                  <a:pt x="243758" y="523929"/>
                </a:lnTo>
                <a:lnTo>
                  <a:pt x="241736" y="528986"/>
                </a:lnTo>
                <a:lnTo>
                  <a:pt x="239713" y="535055"/>
                </a:lnTo>
                <a:lnTo>
                  <a:pt x="239713" y="535055"/>
                </a:lnTo>
                <a:lnTo>
                  <a:pt x="227575" y="560341"/>
                </a:lnTo>
                <a:lnTo>
                  <a:pt x="216449" y="584616"/>
                </a:lnTo>
                <a:lnTo>
                  <a:pt x="206335" y="610913"/>
                </a:lnTo>
                <a:lnTo>
                  <a:pt x="197232" y="637211"/>
                </a:lnTo>
                <a:lnTo>
                  <a:pt x="197232" y="637211"/>
                </a:lnTo>
                <a:lnTo>
                  <a:pt x="195209" y="643279"/>
                </a:lnTo>
                <a:lnTo>
                  <a:pt x="192175" y="648337"/>
                </a:lnTo>
                <a:lnTo>
                  <a:pt x="188129" y="652382"/>
                </a:lnTo>
                <a:lnTo>
                  <a:pt x="184083" y="656428"/>
                </a:lnTo>
                <a:lnTo>
                  <a:pt x="179026" y="659463"/>
                </a:lnTo>
                <a:lnTo>
                  <a:pt x="172957" y="661485"/>
                </a:lnTo>
                <a:lnTo>
                  <a:pt x="167900" y="663508"/>
                </a:lnTo>
                <a:lnTo>
                  <a:pt x="161831" y="663508"/>
                </a:lnTo>
                <a:lnTo>
                  <a:pt x="37423" y="663508"/>
                </a:lnTo>
                <a:lnTo>
                  <a:pt x="37423" y="663508"/>
                </a:lnTo>
                <a:lnTo>
                  <a:pt x="30343" y="664520"/>
                </a:lnTo>
                <a:lnTo>
                  <a:pt x="23263" y="666543"/>
                </a:lnTo>
                <a:lnTo>
                  <a:pt x="16183" y="670589"/>
                </a:lnTo>
                <a:lnTo>
                  <a:pt x="11126" y="674634"/>
                </a:lnTo>
                <a:lnTo>
                  <a:pt x="6068" y="680703"/>
                </a:lnTo>
                <a:lnTo>
                  <a:pt x="3034" y="686772"/>
                </a:lnTo>
                <a:lnTo>
                  <a:pt x="1011" y="693852"/>
                </a:lnTo>
                <a:lnTo>
                  <a:pt x="0" y="701943"/>
                </a:lnTo>
                <a:lnTo>
                  <a:pt x="0" y="991217"/>
                </a:lnTo>
                <a:lnTo>
                  <a:pt x="0" y="991217"/>
                </a:lnTo>
                <a:lnTo>
                  <a:pt x="1011" y="999308"/>
                </a:lnTo>
                <a:lnTo>
                  <a:pt x="3034" y="1006389"/>
                </a:lnTo>
                <a:lnTo>
                  <a:pt x="6068" y="1012457"/>
                </a:lnTo>
                <a:lnTo>
                  <a:pt x="11126" y="1018526"/>
                </a:lnTo>
                <a:lnTo>
                  <a:pt x="16183" y="1022572"/>
                </a:lnTo>
                <a:lnTo>
                  <a:pt x="23263" y="1026617"/>
                </a:lnTo>
                <a:lnTo>
                  <a:pt x="30343" y="1028640"/>
                </a:lnTo>
                <a:lnTo>
                  <a:pt x="37423" y="1029652"/>
                </a:lnTo>
                <a:lnTo>
                  <a:pt x="161831" y="1029652"/>
                </a:lnTo>
                <a:lnTo>
                  <a:pt x="161831" y="1029652"/>
                </a:lnTo>
                <a:lnTo>
                  <a:pt x="167900" y="1029652"/>
                </a:lnTo>
                <a:lnTo>
                  <a:pt x="172957" y="1031675"/>
                </a:lnTo>
                <a:lnTo>
                  <a:pt x="179026" y="1033698"/>
                </a:lnTo>
                <a:lnTo>
                  <a:pt x="184083" y="1036732"/>
                </a:lnTo>
                <a:lnTo>
                  <a:pt x="188129" y="1040778"/>
                </a:lnTo>
                <a:lnTo>
                  <a:pt x="192175" y="1045835"/>
                </a:lnTo>
                <a:lnTo>
                  <a:pt x="195209" y="1050892"/>
                </a:lnTo>
                <a:lnTo>
                  <a:pt x="197232" y="1055949"/>
                </a:lnTo>
                <a:lnTo>
                  <a:pt x="197232" y="1055949"/>
                </a:lnTo>
                <a:lnTo>
                  <a:pt x="206335" y="1082247"/>
                </a:lnTo>
                <a:lnTo>
                  <a:pt x="216449" y="1108545"/>
                </a:lnTo>
                <a:lnTo>
                  <a:pt x="227575" y="1133831"/>
                </a:lnTo>
                <a:lnTo>
                  <a:pt x="239713" y="1158105"/>
                </a:lnTo>
                <a:lnTo>
                  <a:pt x="239713" y="1158105"/>
                </a:lnTo>
                <a:lnTo>
                  <a:pt x="241736" y="1164174"/>
                </a:lnTo>
                <a:lnTo>
                  <a:pt x="243758" y="1170243"/>
                </a:lnTo>
                <a:lnTo>
                  <a:pt x="243758" y="1175300"/>
                </a:lnTo>
                <a:lnTo>
                  <a:pt x="242747" y="1181369"/>
                </a:lnTo>
                <a:lnTo>
                  <a:pt x="241736" y="1187437"/>
                </a:lnTo>
                <a:lnTo>
                  <a:pt x="239713" y="1192495"/>
                </a:lnTo>
                <a:lnTo>
                  <a:pt x="235667" y="1198563"/>
                </a:lnTo>
                <a:lnTo>
                  <a:pt x="232633" y="1202609"/>
                </a:lnTo>
                <a:lnTo>
                  <a:pt x="145648" y="1289593"/>
                </a:lnTo>
                <a:lnTo>
                  <a:pt x="145648" y="1289593"/>
                </a:lnTo>
                <a:lnTo>
                  <a:pt x="140591" y="1295662"/>
                </a:lnTo>
                <a:lnTo>
                  <a:pt x="137557" y="1301731"/>
                </a:lnTo>
                <a:lnTo>
                  <a:pt x="135534" y="1308811"/>
                </a:lnTo>
                <a:lnTo>
                  <a:pt x="134522" y="1315891"/>
                </a:lnTo>
                <a:lnTo>
                  <a:pt x="135534" y="1323983"/>
                </a:lnTo>
                <a:lnTo>
                  <a:pt x="137557" y="1331063"/>
                </a:lnTo>
                <a:lnTo>
                  <a:pt x="140591" y="1337131"/>
                </a:lnTo>
                <a:lnTo>
                  <a:pt x="145648" y="1343200"/>
                </a:lnTo>
                <a:lnTo>
                  <a:pt x="349960" y="1547512"/>
                </a:lnTo>
                <a:lnTo>
                  <a:pt x="349960" y="1547512"/>
                </a:lnTo>
                <a:lnTo>
                  <a:pt x="356029" y="1552569"/>
                </a:lnTo>
                <a:lnTo>
                  <a:pt x="363109" y="1556615"/>
                </a:lnTo>
                <a:lnTo>
                  <a:pt x="370189" y="1558638"/>
                </a:lnTo>
                <a:lnTo>
                  <a:pt x="377269" y="1558638"/>
                </a:lnTo>
                <a:lnTo>
                  <a:pt x="384350" y="1558638"/>
                </a:lnTo>
                <a:lnTo>
                  <a:pt x="391430" y="1556615"/>
                </a:lnTo>
                <a:lnTo>
                  <a:pt x="398510" y="1552569"/>
                </a:lnTo>
                <a:lnTo>
                  <a:pt x="403567" y="1547512"/>
                </a:lnTo>
                <a:lnTo>
                  <a:pt x="490552" y="1461539"/>
                </a:lnTo>
                <a:lnTo>
                  <a:pt x="490552" y="1461539"/>
                </a:lnTo>
                <a:lnTo>
                  <a:pt x="495609" y="1457493"/>
                </a:lnTo>
                <a:lnTo>
                  <a:pt x="500666" y="1454459"/>
                </a:lnTo>
                <a:lnTo>
                  <a:pt x="505723" y="1451425"/>
                </a:lnTo>
                <a:lnTo>
                  <a:pt x="511792" y="1450413"/>
                </a:lnTo>
                <a:lnTo>
                  <a:pt x="517861" y="1449402"/>
                </a:lnTo>
                <a:lnTo>
                  <a:pt x="523929" y="1450413"/>
                </a:lnTo>
                <a:lnTo>
                  <a:pt x="529998" y="1451425"/>
                </a:lnTo>
                <a:lnTo>
                  <a:pt x="535055" y="1453448"/>
                </a:lnTo>
                <a:lnTo>
                  <a:pt x="535055" y="1453448"/>
                </a:lnTo>
                <a:lnTo>
                  <a:pt x="560341" y="1465585"/>
                </a:lnTo>
                <a:lnTo>
                  <a:pt x="585628" y="1476711"/>
                </a:lnTo>
                <a:lnTo>
                  <a:pt x="610914" y="1486825"/>
                </a:lnTo>
                <a:lnTo>
                  <a:pt x="637211" y="1495928"/>
                </a:lnTo>
                <a:lnTo>
                  <a:pt x="637211" y="1495928"/>
                </a:lnTo>
                <a:lnTo>
                  <a:pt x="643280" y="1498963"/>
                </a:lnTo>
                <a:lnTo>
                  <a:pt x="648337" y="1501997"/>
                </a:lnTo>
                <a:lnTo>
                  <a:pt x="652383" y="1505031"/>
                </a:lnTo>
                <a:lnTo>
                  <a:pt x="656429" y="1510089"/>
                </a:lnTo>
                <a:lnTo>
                  <a:pt x="659463" y="1515146"/>
                </a:lnTo>
                <a:lnTo>
                  <a:pt x="662498" y="1520203"/>
                </a:lnTo>
                <a:lnTo>
                  <a:pt x="663509" y="1526272"/>
                </a:lnTo>
                <a:lnTo>
                  <a:pt x="663509" y="1532340"/>
                </a:lnTo>
                <a:lnTo>
                  <a:pt x="663509" y="1655737"/>
                </a:lnTo>
                <a:lnTo>
                  <a:pt x="663509" y="1655737"/>
                </a:lnTo>
                <a:lnTo>
                  <a:pt x="664520" y="1662817"/>
                </a:lnTo>
                <a:lnTo>
                  <a:pt x="666543" y="1670909"/>
                </a:lnTo>
                <a:lnTo>
                  <a:pt x="670589" y="1676977"/>
                </a:lnTo>
                <a:lnTo>
                  <a:pt x="675646" y="1683046"/>
                </a:lnTo>
                <a:lnTo>
                  <a:pt x="680704" y="1687092"/>
                </a:lnTo>
                <a:lnTo>
                  <a:pt x="686772" y="1691137"/>
                </a:lnTo>
                <a:lnTo>
                  <a:pt x="694864" y="1693160"/>
                </a:lnTo>
                <a:lnTo>
                  <a:pt x="701944" y="1694172"/>
                </a:lnTo>
                <a:lnTo>
                  <a:pt x="991218" y="1694172"/>
                </a:lnTo>
                <a:lnTo>
                  <a:pt x="991218" y="1694172"/>
                </a:lnTo>
                <a:lnTo>
                  <a:pt x="999309" y="1693160"/>
                </a:lnTo>
                <a:lnTo>
                  <a:pt x="1006390" y="1691137"/>
                </a:lnTo>
                <a:lnTo>
                  <a:pt x="1012458" y="1687092"/>
                </a:lnTo>
                <a:lnTo>
                  <a:pt x="1018527" y="1683046"/>
                </a:lnTo>
                <a:lnTo>
                  <a:pt x="1023584" y="1676977"/>
                </a:lnTo>
                <a:lnTo>
                  <a:pt x="1026619" y="1670909"/>
                </a:lnTo>
                <a:lnTo>
                  <a:pt x="1028641" y="1662817"/>
                </a:lnTo>
                <a:lnTo>
                  <a:pt x="1029653" y="1655737"/>
                </a:lnTo>
                <a:lnTo>
                  <a:pt x="1029653" y="1532340"/>
                </a:lnTo>
                <a:lnTo>
                  <a:pt x="1029653" y="1532340"/>
                </a:lnTo>
                <a:lnTo>
                  <a:pt x="1029653" y="1526272"/>
                </a:lnTo>
                <a:lnTo>
                  <a:pt x="1031676" y="1520203"/>
                </a:lnTo>
                <a:lnTo>
                  <a:pt x="1033699" y="1515146"/>
                </a:lnTo>
                <a:lnTo>
                  <a:pt x="1036733" y="1510089"/>
                </a:lnTo>
                <a:lnTo>
                  <a:pt x="1040779" y="1505031"/>
                </a:lnTo>
                <a:lnTo>
                  <a:pt x="1045836" y="1501997"/>
                </a:lnTo>
                <a:lnTo>
                  <a:pt x="1050893" y="1498963"/>
                </a:lnTo>
                <a:lnTo>
                  <a:pt x="1055950" y="1495928"/>
                </a:lnTo>
                <a:lnTo>
                  <a:pt x="1055950" y="1495928"/>
                </a:lnTo>
                <a:lnTo>
                  <a:pt x="1082248" y="1486825"/>
                </a:lnTo>
                <a:lnTo>
                  <a:pt x="1108546" y="1476711"/>
                </a:lnTo>
                <a:lnTo>
                  <a:pt x="1133832" y="1465585"/>
                </a:lnTo>
                <a:lnTo>
                  <a:pt x="1158107" y="1453448"/>
                </a:lnTo>
                <a:lnTo>
                  <a:pt x="1158107" y="1453448"/>
                </a:lnTo>
                <a:lnTo>
                  <a:pt x="1164175" y="1451425"/>
                </a:lnTo>
                <a:lnTo>
                  <a:pt x="1170244" y="1450413"/>
                </a:lnTo>
                <a:lnTo>
                  <a:pt x="1176313" y="1449402"/>
                </a:lnTo>
                <a:lnTo>
                  <a:pt x="1181370" y="1450413"/>
                </a:lnTo>
                <a:lnTo>
                  <a:pt x="1187439" y="1451425"/>
                </a:lnTo>
                <a:lnTo>
                  <a:pt x="1193507" y="1454459"/>
                </a:lnTo>
                <a:lnTo>
                  <a:pt x="1198565" y="1457493"/>
                </a:lnTo>
                <a:lnTo>
                  <a:pt x="1202610" y="1461539"/>
                </a:lnTo>
                <a:lnTo>
                  <a:pt x="1289595" y="1547512"/>
                </a:lnTo>
                <a:lnTo>
                  <a:pt x="1289595" y="1547512"/>
                </a:lnTo>
                <a:lnTo>
                  <a:pt x="1295663" y="1552569"/>
                </a:lnTo>
                <a:lnTo>
                  <a:pt x="1301732" y="1556615"/>
                </a:lnTo>
                <a:lnTo>
                  <a:pt x="1308812" y="1558638"/>
                </a:lnTo>
                <a:lnTo>
                  <a:pt x="1316904" y="1558638"/>
                </a:lnTo>
                <a:lnTo>
                  <a:pt x="1323984" y="1558638"/>
                </a:lnTo>
                <a:lnTo>
                  <a:pt x="1331064" y="1556615"/>
                </a:lnTo>
                <a:lnTo>
                  <a:pt x="1337133" y="1552569"/>
                </a:lnTo>
                <a:lnTo>
                  <a:pt x="1343201" y="1547512"/>
                </a:lnTo>
                <a:lnTo>
                  <a:pt x="1548525" y="1343200"/>
                </a:lnTo>
                <a:lnTo>
                  <a:pt x="1548525" y="1343200"/>
                </a:lnTo>
                <a:lnTo>
                  <a:pt x="1552571" y="1337131"/>
                </a:lnTo>
                <a:lnTo>
                  <a:pt x="1556617" y="1331063"/>
                </a:lnTo>
                <a:lnTo>
                  <a:pt x="1558640" y="1323983"/>
                </a:lnTo>
                <a:lnTo>
                  <a:pt x="1559651" y="1315891"/>
                </a:lnTo>
                <a:lnTo>
                  <a:pt x="1558640" y="1308811"/>
                </a:lnTo>
                <a:lnTo>
                  <a:pt x="1556617" y="1301731"/>
                </a:lnTo>
                <a:lnTo>
                  <a:pt x="1552571" y="1295662"/>
                </a:lnTo>
                <a:lnTo>
                  <a:pt x="1548525" y="1289593"/>
                </a:lnTo>
                <a:lnTo>
                  <a:pt x="1461541" y="1202609"/>
                </a:lnTo>
                <a:lnTo>
                  <a:pt x="1461541" y="1202609"/>
                </a:lnTo>
                <a:lnTo>
                  <a:pt x="1457495" y="1198563"/>
                </a:lnTo>
                <a:lnTo>
                  <a:pt x="1454461" y="1192495"/>
                </a:lnTo>
                <a:lnTo>
                  <a:pt x="1452438" y="1187437"/>
                </a:lnTo>
                <a:lnTo>
                  <a:pt x="1450415" y="1181369"/>
                </a:lnTo>
                <a:lnTo>
                  <a:pt x="1450415" y="1175300"/>
                </a:lnTo>
                <a:lnTo>
                  <a:pt x="1450415" y="1170243"/>
                </a:lnTo>
                <a:lnTo>
                  <a:pt x="1451426" y="1164174"/>
                </a:lnTo>
                <a:lnTo>
                  <a:pt x="1454461" y="1158105"/>
                </a:lnTo>
                <a:lnTo>
                  <a:pt x="1454461" y="1158105"/>
                </a:lnTo>
                <a:lnTo>
                  <a:pt x="1466598" y="1133831"/>
                </a:lnTo>
                <a:lnTo>
                  <a:pt x="1476712" y="1108545"/>
                </a:lnTo>
                <a:lnTo>
                  <a:pt x="1486827" y="1082247"/>
                </a:lnTo>
                <a:lnTo>
                  <a:pt x="1495930" y="1055949"/>
                </a:lnTo>
                <a:lnTo>
                  <a:pt x="1495930" y="1055949"/>
                </a:lnTo>
                <a:lnTo>
                  <a:pt x="1498964" y="1050892"/>
                </a:lnTo>
                <a:lnTo>
                  <a:pt x="1501999" y="1045835"/>
                </a:lnTo>
                <a:lnTo>
                  <a:pt x="1506044" y="1040778"/>
                </a:lnTo>
                <a:lnTo>
                  <a:pt x="1510090" y="1036732"/>
                </a:lnTo>
                <a:lnTo>
                  <a:pt x="1515147" y="1033698"/>
                </a:lnTo>
                <a:lnTo>
                  <a:pt x="1520205" y="1031675"/>
                </a:lnTo>
                <a:lnTo>
                  <a:pt x="1526273" y="1029652"/>
                </a:lnTo>
                <a:lnTo>
                  <a:pt x="1532342" y="1029652"/>
                </a:lnTo>
                <a:lnTo>
                  <a:pt x="1655739" y="1029652"/>
                </a:lnTo>
                <a:lnTo>
                  <a:pt x="1655739" y="1029652"/>
                </a:lnTo>
                <a:lnTo>
                  <a:pt x="1663830" y="1028640"/>
                </a:lnTo>
                <a:lnTo>
                  <a:pt x="1670910" y="1026617"/>
                </a:lnTo>
                <a:lnTo>
                  <a:pt x="1676979" y="1022572"/>
                </a:lnTo>
                <a:lnTo>
                  <a:pt x="1683048" y="1018526"/>
                </a:lnTo>
                <a:lnTo>
                  <a:pt x="1687093" y="1012457"/>
                </a:lnTo>
                <a:lnTo>
                  <a:pt x="1691139" y="1006389"/>
                </a:lnTo>
                <a:lnTo>
                  <a:pt x="1693162" y="999308"/>
                </a:lnTo>
                <a:lnTo>
                  <a:pt x="1694174" y="991217"/>
                </a:lnTo>
                <a:lnTo>
                  <a:pt x="1694174" y="701943"/>
                </a:lnTo>
                <a:lnTo>
                  <a:pt x="1694174" y="701943"/>
                </a:lnTo>
                <a:lnTo>
                  <a:pt x="1693162" y="693852"/>
                </a:lnTo>
                <a:lnTo>
                  <a:pt x="1691139" y="686772"/>
                </a:lnTo>
                <a:lnTo>
                  <a:pt x="1687093" y="680703"/>
                </a:lnTo>
                <a:lnTo>
                  <a:pt x="1683048" y="674634"/>
                </a:lnTo>
                <a:lnTo>
                  <a:pt x="1676979" y="670589"/>
                </a:lnTo>
                <a:lnTo>
                  <a:pt x="1670910" y="666543"/>
                </a:lnTo>
                <a:lnTo>
                  <a:pt x="1663830" y="664520"/>
                </a:lnTo>
                <a:lnTo>
                  <a:pt x="1655739" y="663508"/>
                </a:lnTo>
                <a:lnTo>
                  <a:pt x="1655739" y="663508"/>
                </a:lnTo>
                <a:close/>
                <a:moveTo>
                  <a:pt x="846581" y="1267342"/>
                </a:moveTo>
                <a:lnTo>
                  <a:pt x="846581" y="1267342"/>
                </a:lnTo>
                <a:lnTo>
                  <a:pt x="825341" y="1266330"/>
                </a:lnTo>
                <a:lnTo>
                  <a:pt x="804100" y="1265319"/>
                </a:lnTo>
                <a:lnTo>
                  <a:pt x="782860" y="1262284"/>
                </a:lnTo>
                <a:lnTo>
                  <a:pt x="761619" y="1258239"/>
                </a:lnTo>
                <a:lnTo>
                  <a:pt x="741390" y="1254193"/>
                </a:lnTo>
                <a:lnTo>
                  <a:pt x="722173" y="1248124"/>
                </a:lnTo>
                <a:lnTo>
                  <a:pt x="701944" y="1242055"/>
                </a:lnTo>
                <a:lnTo>
                  <a:pt x="682727" y="1233964"/>
                </a:lnTo>
                <a:lnTo>
                  <a:pt x="664520" y="1225872"/>
                </a:lnTo>
                <a:lnTo>
                  <a:pt x="646314" y="1216769"/>
                </a:lnTo>
                <a:lnTo>
                  <a:pt x="629120" y="1206655"/>
                </a:lnTo>
                <a:lnTo>
                  <a:pt x="611925" y="1195529"/>
                </a:lnTo>
                <a:lnTo>
                  <a:pt x="595742" y="1183392"/>
                </a:lnTo>
                <a:lnTo>
                  <a:pt x="579559" y="1171254"/>
                </a:lnTo>
                <a:lnTo>
                  <a:pt x="564387" y="1158105"/>
                </a:lnTo>
                <a:lnTo>
                  <a:pt x="549216" y="1143945"/>
                </a:lnTo>
                <a:lnTo>
                  <a:pt x="536067" y="1129785"/>
                </a:lnTo>
                <a:lnTo>
                  <a:pt x="521906" y="1114613"/>
                </a:lnTo>
                <a:lnTo>
                  <a:pt x="509769" y="1098430"/>
                </a:lnTo>
                <a:lnTo>
                  <a:pt x="498643" y="1082247"/>
                </a:lnTo>
                <a:lnTo>
                  <a:pt x="487517" y="1065052"/>
                </a:lnTo>
                <a:lnTo>
                  <a:pt x="477403" y="1046846"/>
                </a:lnTo>
                <a:lnTo>
                  <a:pt x="468300" y="1028640"/>
                </a:lnTo>
                <a:lnTo>
                  <a:pt x="459197" y="1010434"/>
                </a:lnTo>
                <a:lnTo>
                  <a:pt x="452117" y="991217"/>
                </a:lnTo>
                <a:lnTo>
                  <a:pt x="445036" y="971999"/>
                </a:lnTo>
                <a:lnTo>
                  <a:pt x="439979" y="951770"/>
                </a:lnTo>
                <a:lnTo>
                  <a:pt x="434922" y="931542"/>
                </a:lnTo>
                <a:lnTo>
                  <a:pt x="430876" y="910301"/>
                </a:lnTo>
                <a:lnTo>
                  <a:pt x="428853" y="890072"/>
                </a:lnTo>
                <a:lnTo>
                  <a:pt x="426830" y="867820"/>
                </a:lnTo>
                <a:lnTo>
                  <a:pt x="426830" y="846580"/>
                </a:lnTo>
                <a:lnTo>
                  <a:pt x="426830" y="846580"/>
                </a:lnTo>
                <a:lnTo>
                  <a:pt x="426830" y="825340"/>
                </a:lnTo>
                <a:lnTo>
                  <a:pt x="428853" y="804099"/>
                </a:lnTo>
                <a:lnTo>
                  <a:pt x="430876" y="782859"/>
                </a:lnTo>
                <a:lnTo>
                  <a:pt x="434922" y="761619"/>
                </a:lnTo>
                <a:lnTo>
                  <a:pt x="439979" y="741390"/>
                </a:lnTo>
                <a:lnTo>
                  <a:pt x="445036" y="721161"/>
                </a:lnTo>
                <a:lnTo>
                  <a:pt x="452117" y="701943"/>
                </a:lnTo>
                <a:lnTo>
                  <a:pt x="459197" y="682726"/>
                </a:lnTo>
                <a:lnTo>
                  <a:pt x="468300" y="664520"/>
                </a:lnTo>
                <a:lnTo>
                  <a:pt x="477403" y="646314"/>
                </a:lnTo>
                <a:lnTo>
                  <a:pt x="487517" y="629119"/>
                </a:lnTo>
                <a:lnTo>
                  <a:pt x="498643" y="611925"/>
                </a:lnTo>
                <a:lnTo>
                  <a:pt x="509769" y="594730"/>
                </a:lnTo>
                <a:lnTo>
                  <a:pt x="521906" y="579558"/>
                </a:lnTo>
                <a:lnTo>
                  <a:pt x="536067" y="564387"/>
                </a:lnTo>
                <a:lnTo>
                  <a:pt x="549216" y="549215"/>
                </a:lnTo>
                <a:lnTo>
                  <a:pt x="564387" y="535055"/>
                </a:lnTo>
                <a:lnTo>
                  <a:pt x="579559" y="521906"/>
                </a:lnTo>
                <a:lnTo>
                  <a:pt x="595742" y="509769"/>
                </a:lnTo>
                <a:lnTo>
                  <a:pt x="611925" y="497631"/>
                </a:lnTo>
                <a:lnTo>
                  <a:pt x="629120" y="487517"/>
                </a:lnTo>
                <a:lnTo>
                  <a:pt x="646314" y="477402"/>
                </a:lnTo>
                <a:lnTo>
                  <a:pt x="664520" y="467288"/>
                </a:lnTo>
                <a:lnTo>
                  <a:pt x="682727" y="459196"/>
                </a:lnTo>
                <a:lnTo>
                  <a:pt x="701944" y="452116"/>
                </a:lnTo>
                <a:lnTo>
                  <a:pt x="722173" y="445036"/>
                </a:lnTo>
                <a:lnTo>
                  <a:pt x="741390" y="438967"/>
                </a:lnTo>
                <a:lnTo>
                  <a:pt x="761619" y="434922"/>
                </a:lnTo>
                <a:lnTo>
                  <a:pt x="782860" y="430876"/>
                </a:lnTo>
                <a:lnTo>
                  <a:pt x="804100" y="428853"/>
                </a:lnTo>
                <a:lnTo>
                  <a:pt x="825341" y="426830"/>
                </a:lnTo>
                <a:lnTo>
                  <a:pt x="846581" y="425819"/>
                </a:lnTo>
                <a:lnTo>
                  <a:pt x="846581" y="425819"/>
                </a:lnTo>
                <a:lnTo>
                  <a:pt x="868833" y="426830"/>
                </a:lnTo>
                <a:lnTo>
                  <a:pt x="890073" y="428853"/>
                </a:lnTo>
                <a:lnTo>
                  <a:pt x="911314" y="430876"/>
                </a:lnTo>
                <a:lnTo>
                  <a:pt x="931542" y="434922"/>
                </a:lnTo>
                <a:lnTo>
                  <a:pt x="951771" y="438967"/>
                </a:lnTo>
                <a:lnTo>
                  <a:pt x="972000" y="445036"/>
                </a:lnTo>
                <a:lnTo>
                  <a:pt x="991218" y="452116"/>
                </a:lnTo>
                <a:lnTo>
                  <a:pt x="1010435" y="459196"/>
                </a:lnTo>
                <a:lnTo>
                  <a:pt x="1028641" y="467288"/>
                </a:lnTo>
                <a:lnTo>
                  <a:pt x="1046847" y="477402"/>
                </a:lnTo>
                <a:lnTo>
                  <a:pt x="1065054" y="487517"/>
                </a:lnTo>
                <a:lnTo>
                  <a:pt x="1082248" y="497631"/>
                </a:lnTo>
                <a:lnTo>
                  <a:pt x="1098431" y="509769"/>
                </a:lnTo>
                <a:lnTo>
                  <a:pt x="1114614" y="521906"/>
                </a:lnTo>
                <a:lnTo>
                  <a:pt x="1129786" y="535055"/>
                </a:lnTo>
                <a:lnTo>
                  <a:pt x="1143946" y="549215"/>
                </a:lnTo>
                <a:lnTo>
                  <a:pt x="1158107" y="564387"/>
                </a:lnTo>
                <a:lnTo>
                  <a:pt x="1171255" y="579558"/>
                </a:lnTo>
                <a:lnTo>
                  <a:pt x="1183393" y="594730"/>
                </a:lnTo>
                <a:lnTo>
                  <a:pt x="1195530" y="611925"/>
                </a:lnTo>
                <a:lnTo>
                  <a:pt x="1206656" y="629119"/>
                </a:lnTo>
                <a:lnTo>
                  <a:pt x="1216771" y="646314"/>
                </a:lnTo>
                <a:lnTo>
                  <a:pt x="1225874" y="664520"/>
                </a:lnTo>
                <a:lnTo>
                  <a:pt x="1233965" y="682726"/>
                </a:lnTo>
                <a:lnTo>
                  <a:pt x="1242057" y="701943"/>
                </a:lnTo>
                <a:lnTo>
                  <a:pt x="1248125" y="721161"/>
                </a:lnTo>
                <a:lnTo>
                  <a:pt x="1254194" y="741390"/>
                </a:lnTo>
                <a:lnTo>
                  <a:pt x="1258240" y="761619"/>
                </a:lnTo>
                <a:lnTo>
                  <a:pt x="1262286" y="782859"/>
                </a:lnTo>
                <a:lnTo>
                  <a:pt x="1265320" y="804099"/>
                </a:lnTo>
                <a:lnTo>
                  <a:pt x="1266331" y="825340"/>
                </a:lnTo>
                <a:lnTo>
                  <a:pt x="1267343" y="846580"/>
                </a:lnTo>
                <a:lnTo>
                  <a:pt x="1267343" y="846580"/>
                </a:lnTo>
                <a:lnTo>
                  <a:pt x="1266331" y="867820"/>
                </a:lnTo>
                <a:lnTo>
                  <a:pt x="1265320" y="890072"/>
                </a:lnTo>
                <a:lnTo>
                  <a:pt x="1262286" y="910301"/>
                </a:lnTo>
                <a:lnTo>
                  <a:pt x="1258240" y="931542"/>
                </a:lnTo>
                <a:lnTo>
                  <a:pt x="1254194" y="951770"/>
                </a:lnTo>
                <a:lnTo>
                  <a:pt x="1248125" y="971999"/>
                </a:lnTo>
                <a:lnTo>
                  <a:pt x="1242057" y="991217"/>
                </a:lnTo>
                <a:lnTo>
                  <a:pt x="1233965" y="1010434"/>
                </a:lnTo>
                <a:lnTo>
                  <a:pt x="1225874" y="1028640"/>
                </a:lnTo>
                <a:lnTo>
                  <a:pt x="1216771" y="1046846"/>
                </a:lnTo>
                <a:lnTo>
                  <a:pt x="1206656" y="1065052"/>
                </a:lnTo>
                <a:lnTo>
                  <a:pt x="1195530" y="1082247"/>
                </a:lnTo>
                <a:lnTo>
                  <a:pt x="1183393" y="1098430"/>
                </a:lnTo>
                <a:lnTo>
                  <a:pt x="1171255" y="1114613"/>
                </a:lnTo>
                <a:lnTo>
                  <a:pt x="1158107" y="1129785"/>
                </a:lnTo>
                <a:lnTo>
                  <a:pt x="1143946" y="1143945"/>
                </a:lnTo>
                <a:lnTo>
                  <a:pt x="1129786" y="1158105"/>
                </a:lnTo>
                <a:lnTo>
                  <a:pt x="1114614" y="1171254"/>
                </a:lnTo>
                <a:lnTo>
                  <a:pt x="1098431" y="1183392"/>
                </a:lnTo>
                <a:lnTo>
                  <a:pt x="1082248" y="1195529"/>
                </a:lnTo>
                <a:lnTo>
                  <a:pt x="1065054" y="1206655"/>
                </a:lnTo>
                <a:lnTo>
                  <a:pt x="1046847" y="1216769"/>
                </a:lnTo>
                <a:lnTo>
                  <a:pt x="1028641" y="1225872"/>
                </a:lnTo>
                <a:lnTo>
                  <a:pt x="1010435" y="1233964"/>
                </a:lnTo>
                <a:lnTo>
                  <a:pt x="991218" y="1242055"/>
                </a:lnTo>
                <a:lnTo>
                  <a:pt x="972000" y="1248124"/>
                </a:lnTo>
                <a:lnTo>
                  <a:pt x="951771" y="1254193"/>
                </a:lnTo>
                <a:lnTo>
                  <a:pt x="931542" y="1258239"/>
                </a:lnTo>
                <a:lnTo>
                  <a:pt x="911314" y="1262284"/>
                </a:lnTo>
                <a:lnTo>
                  <a:pt x="890073" y="1265319"/>
                </a:lnTo>
                <a:lnTo>
                  <a:pt x="868833" y="1266330"/>
                </a:lnTo>
                <a:lnTo>
                  <a:pt x="846581" y="1267342"/>
                </a:lnTo>
                <a:lnTo>
                  <a:pt x="846581" y="1267342"/>
                </a:lnTo>
                <a:close/>
              </a:path>
            </a:pathLst>
          </a:custGeom>
          <a:solidFill>
            <a:srgbClr val="174D9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g3b3864a3b97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6863" y="2516650"/>
            <a:ext cx="14474273" cy="71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"/>
          <p:cNvSpPr/>
          <p:nvPr/>
        </p:nvSpPr>
        <p:spPr>
          <a:xfrm>
            <a:off x="13956477" y="-3440293"/>
            <a:ext cx="8582108" cy="8583793"/>
          </a:xfrm>
          <a:custGeom>
            <a:rect b="b" l="l" r="r" t="t"/>
            <a:pathLst>
              <a:path extrusionOk="0" h="1702264" w="1702265">
                <a:moveTo>
                  <a:pt x="996275" y="1702264"/>
                </a:moveTo>
                <a:lnTo>
                  <a:pt x="707001" y="1702264"/>
                </a:lnTo>
                <a:lnTo>
                  <a:pt x="707001" y="1702264"/>
                </a:lnTo>
                <a:lnTo>
                  <a:pt x="697898" y="1701252"/>
                </a:lnTo>
                <a:lnTo>
                  <a:pt x="689807" y="1698218"/>
                </a:lnTo>
                <a:lnTo>
                  <a:pt x="682727" y="1694172"/>
                </a:lnTo>
                <a:lnTo>
                  <a:pt x="676658" y="1689115"/>
                </a:lnTo>
                <a:lnTo>
                  <a:pt x="671601" y="1683046"/>
                </a:lnTo>
                <a:lnTo>
                  <a:pt x="667555" y="1675966"/>
                </a:lnTo>
                <a:lnTo>
                  <a:pt x="665532" y="1667874"/>
                </a:lnTo>
                <a:lnTo>
                  <a:pt x="664521" y="1659783"/>
                </a:lnTo>
                <a:lnTo>
                  <a:pt x="664521" y="1536386"/>
                </a:lnTo>
                <a:lnTo>
                  <a:pt x="664521" y="1536386"/>
                </a:lnTo>
                <a:lnTo>
                  <a:pt x="664521" y="1530318"/>
                </a:lnTo>
                <a:lnTo>
                  <a:pt x="662498" y="1525261"/>
                </a:lnTo>
                <a:lnTo>
                  <a:pt x="660475" y="1521215"/>
                </a:lnTo>
                <a:lnTo>
                  <a:pt x="658452" y="1516158"/>
                </a:lnTo>
                <a:lnTo>
                  <a:pt x="654406" y="1512112"/>
                </a:lnTo>
                <a:lnTo>
                  <a:pt x="650360" y="1509077"/>
                </a:lnTo>
                <a:lnTo>
                  <a:pt x="645303" y="1506043"/>
                </a:lnTo>
                <a:lnTo>
                  <a:pt x="640246" y="1504020"/>
                </a:lnTo>
                <a:lnTo>
                  <a:pt x="640246" y="1504020"/>
                </a:lnTo>
                <a:lnTo>
                  <a:pt x="613948" y="1494917"/>
                </a:lnTo>
                <a:lnTo>
                  <a:pt x="588662" y="1484803"/>
                </a:lnTo>
                <a:lnTo>
                  <a:pt x="563376" y="1473677"/>
                </a:lnTo>
                <a:lnTo>
                  <a:pt x="538090" y="1461539"/>
                </a:lnTo>
                <a:lnTo>
                  <a:pt x="538090" y="1461539"/>
                </a:lnTo>
                <a:lnTo>
                  <a:pt x="533033" y="1459517"/>
                </a:lnTo>
                <a:lnTo>
                  <a:pt x="527975" y="1458505"/>
                </a:lnTo>
                <a:lnTo>
                  <a:pt x="522918" y="1457494"/>
                </a:lnTo>
                <a:lnTo>
                  <a:pt x="516849" y="1458505"/>
                </a:lnTo>
                <a:lnTo>
                  <a:pt x="511792" y="1459517"/>
                </a:lnTo>
                <a:lnTo>
                  <a:pt x="506735" y="1461539"/>
                </a:lnTo>
                <a:lnTo>
                  <a:pt x="502689" y="1464574"/>
                </a:lnTo>
                <a:lnTo>
                  <a:pt x="498643" y="1468620"/>
                </a:lnTo>
                <a:lnTo>
                  <a:pt x="411659" y="1554592"/>
                </a:lnTo>
                <a:lnTo>
                  <a:pt x="411659" y="1554592"/>
                </a:lnTo>
                <a:lnTo>
                  <a:pt x="405590" y="1559650"/>
                </a:lnTo>
                <a:lnTo>
                  <a:pt x="397499" y="1563696"/>
                </a:lnTo>
                <a:lnTo>
                  <a:pt x="390419" y="1566730"/>
                </a:lnTo>
                <a:lnTo>
                  <a:pt x="381316" y="1566730"/>
                </a:lnTo>
                <a:lnTo>
                  <a:pt x="381316" y="1566730"/>
                </a:lnTo>
                <a:lnTo>
                  <a:pt x="373224" y="1566730"/>
                </a:lnTo>
                <a:lnTo>
                  <a:pt x="365132" y="1563696"/>
                </a:lnTo>
                <a:lnTo>
                  <a:pt x="358052" y="1559650"/>
                </a:lnTo>
                <a:lnTo>
                  <a:pt x="351984" y="1554592"/>
                </a:lnTo>
                <a:lnTo>
                  <a:pt x="147671" y="1350280"/>
                </a:lnTo>
                <a:lnTo>
                  <a:pt x="147671" y="1350280"/>
                </a:lnTo>
                <a:lnTo>
                  <a:pt x="141603" y="1343200"/>
                </a:lnTo>
                <a:lnTo>
                  <a:pt x="137557" y="1336120"/>
                </a:lnTo>
                <a:lnTo>
                  <a:pt x="135534" y="1328029"/>
                </a:lnTo>
                <a:lnTo>
                  <a:pt x="134522" y="1319937"/>
                </a:lnTo>
                <a:lnTo>
                  <a:pt x="135534" y="1312857"/>
                </a:lnTo>
                <a:lnTo>
                  <a:pt x="137557" y="1304765"/>
                </a:lnTo>
                <a:lnTo>
                  <a:pt x="141603" y="1297685"/>
                </a:lnTo>
                <a:lnTo>
                  <a:pt x="147671" y="1290605"/>
                </a:lnTo>
                <a:lnTo>
                  <a:pt x="233644" y="1203621"/>
                </a:lnTo>
                <a:lnTo>
                  <a:pt x="233644" y="1203621"/>
                </a:lnTo>
                <a:lnTo>
                  <a:pt x="237690" y="1199575"/>
                </a:lnTo>
                <a:lnTo>
                  <a:pt x="240724" y="1195529"/>
                </a:lnTo>
                <a:lnTo>
                  <a:pt x="242747" y="1190472"/>
                </a:lnTo>
                <a:lnTo>
                  <a:pt x="243759" y="1185415"/>
                </a:lnTo>
                <a:lnTo>
                  <a:pt x="244770" y="1179346"/>
                </a:lnTo>
                <a:lnTo>
                  <a:pt x="243759" y="1174289"/>
                </a:lnTo>
                <a:lnTo>
                  <a:pt x="242747" y="1169232"/>
                </a:lnTo>
                <a:lnTo>
                  <a:pt x="240724" y="1164174"/>
                </a:lnTo>
                <a:lnTo>
                  <a:pt x="240724" y="1164174"/>
                </a:lnTo>
                <a:lnTo>
                  <a:pt x="228587" y="1138888"/>
                </a:lnTo>
                <a:lnTo>
                  <a:pt x="217461" y="1113602"/>
                </a:lnTo>
                <a:lnTo>
                  <a:pt x="207347" y="1087304"/>
                </a:lnTo>
                <a:lnTo>
                  <a:pt x="198244" y="1062018"/>
                </a:lnTo>
                <a:lnTo>
                  <a:pt x="198244" y="1062018"/>
                </a:lnTo>
                <a:lnTo>
                  <a:pt x="196221" y="1055950"/>
                </a:lnTo>
                <a:lnTo>
                  <a:pt x="193186" y="1051904"/>
                </a:lnTo>
                <a:lnTo>
                  <a:pt x="190152" y="1047858"/>
                </a:lnTo>
                <a:lnTo>
                  <a:pt x="186106" y="1043812"/>
                </a:lnTo>
                <a:lnTo>
                  <a:pt x="181049" y="1041789"/>
                </a:lnTo>
                <a:lnTo>
                  <a:pt x="175992" y="1039766"/>
                </a:lnTo>
                <a:lnTo>
                  <a:pt x="170935" y="1037744"/>
                </a:lnTo>
                <a:lnTo>
                  <a:pt x="165877" y="1037744"/>
                </a:lnTo>
                <a:lnTo>
                  <a:pt x="42481" y="1037744"/>
                </a:lnTo>
                <a:lnTo>
                  <a:pt x="42481" y="1037744"/>
                </a:lnTo>
                <a:lnTo>
                  <a:pt x="34389" y="1036732"/>
                </a:lnTo>
                <a:lnTo>
                  <a:pt x="26298" y="1034709"/>
                </a:lnTo>
                <a:lnTo>
                  <a:pt x="19217" y="1030663"/>
                </a:lnTo>
                <a:lnTo>
                  <a:pt x="13149" y="1025606"/>
                </a:lnTo>
                <a:lnTo>
                  <a:pt x="7080" y="1018526"/>
                </a:lnTo>
                <a:lnTo>
                  <a:pt x="4046" y="1011446"/>
                </a:lnTo>
                <a:lnTo>
                  <a:pt x="1011" y="1004366"/>
                </a:lnTo>
                <a:lnTo>
                  <a:pt x="0" y="995263"/>
                </a:lnTo>
                <a:lnTo>
                  <a:pt x="0" y="705989"/>
                </a:lnTo>
                <a:lnTo>
                  <a:pt x="0" y="705989"/>
                </a:lnTo>
                <a:lnTo>
                  <a:pt x="1011" y="697898"/>
                </a:lnTo>
                <a:lnTo>
                  <a:pt x="4046" y="689806"/>
                </a:lnTo>
                <a:lnTo>
                  <a:pt x="7080" y="682726"/>
                </a:lnTo>
                <a:lnTo>
                  <a:pt x="13149" y="676657"/>
                </a:lnTo>
                <a:lnTo>
                  <a:pt x="19217" y="670589"/>
                </a:lnTo>
                <a:lnTo>
                  <a:pt x="26298" y="667554"/>
                </a:lnTo>
                <a:lnTo>
                  <a:pt x="34389" y="664520"/>
                </a:lnTo>
                <a:lnTo>
                  <a:pt x="42481" y="663509"/>
                </a:lnTo>
                <a:lnTo>
                  <a:pt x="165877" y="663509"/>
                </a:lnTo>
                <a:lnTo>
                  <a:pt x="165877" y="663509"/>
                </a:lnTo>
                <a:lnTo>
                  <a:pt x="170935" y="663509"/>
                </a:lnTo>
                <a:lnTo>
                  <a:pt x="175992" y="662497"/>
                </a:lnTo>
                <a:lnTo>
                  <a:pt x="181049" y="660474"/>
                </a:lnTo>
                <a:lnTo>
                  <a:pt x="186106" y="657440"/>
                </a:lnTo>
                <a:lnTo>
                  <a:pt x="190152" y="653394"/>
                </a:lnTo>
                <a:lnTo>
                  <a:pt x="193186" y="649348"/>
                </a:lnTo>
                <a:lnTo>
                  <a:pt x="196221" y="645303"/>
                </a:lnTo>
                <a:lnTo>
                  <a:pt x="198244" y="640245"/>
                </a:lnTo>
                <a:lnTo>
                  <a:pt x="198244" y="640245"/>
                </a:lnTo>
                <a:lnTo>
                  <a:pt x="207347" y="613948"/>
                </a:lnTo>
                <a:lnTo>
                  <a:pt x="217461" y="587650"/>
                </a:lnTo>
                <a:lnTo>
                  <a:pt x="228587" y="562364"/>
                </a:lnTo>
                <a:lnTo>
                  <a:pt x="240724" y="537078"/>
                </a:lnTo>
                <a:lnTo>
                  <a:pt x="240724" y="537078"/>
                </a:lnTo>
                <a:lnTo>
                  <a:pt x="242747" y="532021"/>
                </a:lnTo>
                <a:lnTo>
                  <a:pt x="243759" y="526963"/>
                </a:lnTo>
                <a:lnTo>
                  <a:pt x="244770" y="521906"/>
                </a:lnTo>
                <a:lnTo>
                  <a:pt x="243759" y="516849"/>
                </a:lnTo>
                <a:lnTo>
                  <a:pt x="242747" y="511792"/>
                </a:lnTo>
                <a:lnTo>
                  <a:pt x="240724" y="506734"/>
                </a:lnTo>
                <a:lnTo>
                  <a:pt x="237690" y="501677"/>
                </a:lnTo>
                <a:lnTo>
                  <a:pt x="233644" y="497631"/>
                </a:lnTo>
                <a:lnTo>
                  <a:pt x="147671" y="410647"/>
                </a:lnTo>
                <a:lnTo>
                  <a:pt x="147671" y="410647"/>
                </a:lnTo>
                <a:lnTo>
                  <a:pt x="141603" y="404578"/>
                </a:lnTo>
                <a:lnTo>
                  <a:pt x="137557" y="396487"/>
                </a:lnTo>
                <a:lnTo>
                  <a:pt x="135534" y="389407"/>
                </a:lnTo>
                <a:lnTo>
                  <a:pt x="134522" y="381315"/>
                </a:lnTo>
                <a:lnTo>
                  <a:pt x="135534" y="373224"/>
                </a:lnTo>
                <a:lnTo>
                  <a:pt x="137557" y="365132"/>
                </a:lnTo>
                <a:lnTo>
                  <a:pt x="141603" y="358052"/>
                </a:lnTo>
                <a:lnTo>
                  <a:pt x="147671" y="350972"/>
                </a:lnTo>
                <a:lnTo>
                  <a:pt x="351984" y="146660"/>
                </a:lnTo>
                <a:lnTo>
                  <a:pt x="351984" y="146660"/>
                </a:lnTo>
                <a:lnTo>
                  <a:pt x="358052" y="141602"/>
                </a:lnTo>
                <a:lnTo>
                  <a:pt x="365132" y="137557"/>
                </a:lnTo>
                <a:lnTo>
                  <a:pt x="373224" y="135534"/>
                </a:lnTo>
                <a:lnTo>
                  <a:pt x="381316" y="134522"/>
                </a:lnTo>
                <a:lnTo>
                  <a:pt x="381316" y="134522"/>
                </a:lnTo>
                <a:lnTo>
                  <a:pt x="390419" y="135534"/>
                </a:lnTo>
                <a:lnTo>
                  <a:pt x="397499" y="137557"/>
                </a:lnTo>
                <a:lnTo>
                  <a:pt x="405590" y="141602"/>
                </a:lnTo>
                <a:lnTo>
                  <a:pt x="411659" y="146660"/>
                </a:lnTo>
                <a:lnTo>
                  <a:pt x="498643" y="233644"/>
                </a:lnTo>
                <a:lnTo>
                  <a:pt x="498643" y="233644"/>
                </a:lnTo>
                <a:lnTo>
                  <a:pt x="502689" y="236678"/>
                </a:lnTo>
                <a:lnTo>
                  <a:pt x="506735" y="239713"/>
                </a:lnTo>
                <a:lnTo>
                  <a:pt x="511792" y="241736"/>
                </a:lnTo>
                <a:lnTo>
                  <a:pt x="516849" y="242747"/>
                </a:lnTo>
                <a:lnTo>
                  <a:pt x="522918" y="243759"/>
                </a:lnTo>
                <a:lnTo>
                  <a:pt x="527975" y="242747"/>
                </a:lnTo>
                <a:lnTo>
                  <a:pt x="533033" y="241736"/>
                </a:lnTo>
                <a:lnTo>
                  <a:pt x="538090" y="239713"/>
                </a:lnTo>
                <a:lnTo>
                  <a:pt x="538090" y="239713"/>
                </a:lnTo>
                <a:lnTo>
                  <a:pt x="563376" y="227575"/>
                </a:lnTo>
                <a:lnTo>
                  <a:pt x="588662" y="216449"/>
                </a:lnTo>
                <a:lnTo>
                  <a:pt x="613948" y="206335"/>
                </a:lnTo>
                <a:lnTo>
                  <a:pt x="640246" y="197232"/>
                </a:lnTo>
                <a:lnTo>
                  <a:pt x="640246" y="197232"/>
                </a:lnTo>
                <a:lnTo>
                  <a:pt x="645303" y="195209"/>
                </a:lnTo>
                <a:lnTo>
                  <a:pt x="650360" y="192175"/>
                </a:lnTo>
                <a:lnTo>
                  <a:pt x="654406" y="189140"/>
                </a:lnTo>
                <a:lnTo>
                  <a:pt x="658452" y="185095"/>
                </a:lnTo>
                <a:lnTo>
                  <a:pt x="660475" y="181049"/>
                </a:lnTo>
                <a:lnTo>
                  <a:pt x="662498" y="175992"/>
                </a:lnTo>
                <a:lnTo>
                  <a:pt x="664521" y="170934"/>
                </a:lnTo>
                <a:lnTo>
                  <a:pt x="664521" y="164866"/>
                </a:lnTo>
                <a:lnTo>
                  <a:pt x="664521" y="41469"/>
                </a:lnTo>
                <a:lnTo>
                  <a:pt x="664521" y="41469"/>
                </a:lnTo>
                <a:lnTo>
                  <a:pt x="665532" y="33378"/>
                </a:lnTo>
                <a:lnTo>
                  <a:pt x="667555" y="25286"/>
                </a:lnTo>
                <a:lnTo>
                  <a:pt x="671601" y="18206"/>
                </a:lnTo>
                <a:lnTo>
                  <a:pt x="676658" y="12137"/>
                </a:lnTo>
                <a:lnTo>
                  <a:pt x="682727" y="7080"/>
                </a:lnTo>
                <a:lnTo>
                  <a:pt x="689807" y="3034"/>
                </a:lnTo>
                <a:lnTo>
                  <a:pt x="697898" y="1011"/>
                </a:lnTo>
                <a:lnTo>
                  <a:pt x="707001" y="0"/>
                </a:lnTo>
                <a:lnTo>
                  <a:pt x="996275" y="0"/>
                </a:lnTo>
                <a:lnTo>
                  <a:pt x="996275" y="0"/>
                </a:lnTo>
                <a:lnTo>
                  <a:pt x="1004367" y="1011"/>
                </a:lnTo>
                <a:lnTo>
                  <a:pt x="1012458" y="3034"/>
                </a:lnTo>
                <a:lnTo>
                  <a:pt x="1019539" y="7080"/>
                </a:lnTo>
                <a:lnTo>
                  <a:pt x="1025607" y="12137"/>
                </a:lnTo>
                <a:lnTo>
                  <a:pt x="1030665" y="18206"/>
                </a:lnTo>
                <a:lnTo>
                  <a:pt x="1034710" y="25286"/>
                </a:lnTo>
                <a:lnTo>
                  <a:pt x="1037745" y="33378"/>
                </a:lnTo>
                <a:lnTo>
                  <a:pt x="1038756" y="41469"/>
                </a:lnTo>
                <a:lnTo>
                  <a:pt x="1038756" y="164866"/>
                </a:lnTo>
                <a:lnTo>
                  <a:pt x="1038756" y="164866"/>
                </a:lnTo>
                <a:lnTo>
                  <a:pt x="1038756" y="170934"/>
                </a:lnTo>
                <a:lnTo>
                  <a:pt x="1039768" y="175992"/>
                </a:lnTo>
                <a:lnTo>
                  <a:pt x="1041790" y="181049"/>
                </a:lnTo>
                <a:lnTo>
                  <a:pt x="1044825" y="185095"/>
                </a:lnTo>
                <a:lnTo>
                  <a:pt x="1047859" y="189140"/>
                </a:lnTo>
                <a:lnTo>
                  <a:pt x="1052916" y="192175"/>
                </a:lnTo>
                <a:lnTo>
                  <a:pt x="1056962" y="195209"/>
                </a:lnTo>
                <a:lnTo>
                  <a:pt x="1062019" y="197232"/>
                </a:lnTo>
                <a:lnTo>
                  <a:pt x="1062019" y="197232"/>
                </a:lnTo>
                <a:lnTo>
                  <a:pt x="1088317" y="206335"/>
                </a:lnTo>
                <a:lnTo>
                  <a:pt x="1114615" y="216449"/>
                </a:lnTo>
                <a:lnTo>
                  <a:pt x="1139901" y="227575"/>
                </a:lnTo>
                <a:lnTo>
                  <a:pt x="1165187" y="239713"/>
                </a:lnTo>
                <a:lnTo>
                  <a:pt x="1165187" y="239713"/>
                </a:lnTo>
                <a:lnTo>
                  <a:pt x="1170244" y="241736"/>
                </a:lnTo>
                <a:lnTo>
                  <a:pt x="1175301" y="242747"/>
                </a:lnTo>
                <a:lnTo>
                  <a:pt x="1180359" y="243759"/>
                </a:lnTo>
                <a:lnTo>
                  <a:pt x="1185416" y="242747"/>
                </a:lnTo>
                <a:lnTo>
                  <a:pt x="1190473" y="241736"/>
                </a:lnTo>
                <a:lnTo>
                  <a:pt x="1195530" y="239713"/>
                </a:lnTo>
                <a:lnTo>
                  <a:pt x="1200588" y="236678"/>
                </a:lnTo>
                <a:lnTo>
                  <a:pt x="1204633" y="233644"/>
                </a:lnTo>
                <a:lnTo>
                  <a:pt x="1291618" y="146660"/>
                </a:lnTo>
                <a:lnTo>
                  <a:pt x="1291618" y="146660"/>
                </a:lnTo>
                <a:lnTo>
                  <a:pt x="1297687" y="141602"/>
                </a:lnTo>
                <a:lnTo>
                  <a:pt x="1304767" y="137557"/>
                </a:lnTo>
                <a:lnTo>
                  <a:pt x="1312858" y="135534"/>
                </a:lnTo>
                <a:lnTo>
                  <a:pt x="1320950" y="134522"/>
                </a:lnTo>
                <a:lnTo>
                  <a:pt x="1320950" y="134522"/>
                </a:lnTo>
                <a:lnTo>
                  <a:pt x="1329041" y="135534"/>
                </a:lnTo>
                <a:lnTo>
                  <a:pt x="1337133" y="137557"/>
                </a:lnTo>
                <a:lnTo>
                  <a:pt x="1344213" y="141602"/>
                </a:lnTo>
                <a:lnTo>
                  <a:pt x="1351293" y="146660"/>
                </a:lnTo>
                <a:lnTo>
                  <a:pt x="1555606" y="350972"/>
                </a:lnTo>
                <a:lnTo>
                  <a:pt x="1555606" y="350972"/>
                </a:lnTo>
                <a:lnTo>
                  <a:pt x="1560663" y="358052"/>
                </a:lnTo>
                <a:lnTo>
                  <a:pt x="1564709" y="365132"/>
                </a:lnTo>
                <a:lnTo>
                  <a:pt x="1566731" y="373224"/>
                </a:lnTo>
                <a:lnTo>
                  <a:pt x="1567743" y="381315"/>
                </a:lnTo>
                <a:lnTo>
                  <a:pt x="1567743" y="381315"/>
                </a:lnTo>
                <a:lnTo>
                  <a:pt x="1566731" y="389407"/>
                </a:lnTo>
                <a:lnTo>
                  <a:pt x="1564709" y="397498"/>
                </a:lnTo>
                <a:lnTo>
                  <a:pt x="1560663" y="404578"/>
                </a:lnTo>
                <a:lnTo>
                  <a:pt x="1555606" y="410647"/>
                </a:lnTo>
                <a:lnTo>
                  <a:pt x="1468621" y="497631"/>
                </a:lnTo>
                <a:lnTo>
                  <a:pt x="1468621" y="497631"/>
                </a:lnTo>
                <a:lnTo>
                  <a:pt x="1465587" y="501677"/>
                </a:lnTo>
                <a:lnTo>
                  <a:pt x="1462552" y="506734"/>
                </a:lnTo>
                <a:lnTo>
                  <a:pt x="1460530" y="511792"/>
                </a:lnTo>
                <a:lnTo>
                  <a:pt x="1459518" y="516849"/>
                </a:lnTo>
                <a:lnTo>
                  <a:pt x="1458507" y="521906"/>
                </a:lnTo>
                <a:lnTo>
                  <a:pt x="1458507" y="526963"/>
                </a:lnTo>
                <a:lnTo>
                  <a:pt x="1460530" y="532021"/>
                </a:lnTo>
                <a:lnTo>
                  <a:pt x="1462552" y="537078"/>
                </a:lnTo>
                <a:lnTo>
                  <a:pt x="1462552" y="537078"/>
                </a:lnTo>
                <a:lnTo>
                  <a:pt x="1474690" y="562364"/>
                </a:lnTo>
                <a:lnTo>
                  <a:pt x="1485816" y="587650"/>
                </a:lnTo>
                <a:lnTo>
                  <a:pt x="1495930" y="613948"/>
                </a:lnTo>
                <a:lnTo>
                  <a:pt x="1505033" y="640245"/>
                </a:lnTo>
                <a:lnTo>
                  <a:pt x="1505033" y="640245"/>
                </a:lnTo>
                <a:lnTo>
                  <a:pt x="1507056" y="645303"/>
                </a:lnTo>
                <a:lnTo>
                  <a:pt x="1510090" y="649348"/>
                </a:lnTo>
                <a:lnTo>
                  <a:pt x="1513125" y="653394"/>
                </a:lnTo>
                <a:lnTo>
                  <a:pt x="1517171" y="657440"/>
                </a:lnTo>
                <a:lnTo>
                  <a:pt x="1521216" y="660474"/>
                </a:lnTo>
                <a:lnTo>
                  <a:pt x="1526274" y="662497"/>
                </a:lnTo>
                <a:lnTo>
                  <a:pt x="1531331" y="663509"/>
                </a:lnTo>
                <a:lnTo>
                  <a:pt x="1536388" y="663509"/>
                </a:lnTo>
                <a:lnTo>
                  <a:pt x="1660796" y="663509"/>
                </a:lnTo>
                <a:lnTo>
                  <a:pt x="1660796" y="663509"/>
                </a:lnTo>
                <a:lnTo>
                  <a:pt x="1668888" y="664520"/>
                </a:lnTo>
                <a:lnTo>
                  <a:pt x="1676979" y="667554"/>
                </a:lnTo>
                <a:lnTo>
                  <a:pt x="1684059" y="670589"/>
                </a:lnTo>
                <a:lnTo>
                  <a:pt x="1690128" y="676657"/>
                </a:lnTo>
                <a:lnTo>
                  <a:pt x="1695185" y="682726"/>
                </a:lnTo>
                <a:lnTo>
                  <a:pt x="1699231" y="689806"/>
                </a:lnTo>
                <a:lnTo>
                  <a:pt x="1701254" y="697898"/>
                </a:lnTo>
                <a:lnTo>
                  <a:pt x="1702265" y="705989"/>
                </a:lnTo>
                <a:lnTo>
                  <a:pt x="1702265" y="995263"/>
                </a:lnTo>
                <a:lnTo>
                  <a:pt x="1702265" y="995263"/>
                </a:lnTo>
                <a:lnTo>
                  <a:pt x="1701254" y="1004366"/>
                </a:lnTo>
                <a:lnTo>
                  <a:pt x="1699231" y="1011446"/>
                </a:lnTo>
                <a:lnTo>
                  <a:pt x="1695185" y="1018526"/>
                </a:lnTo>
                <a:lnTo>
                  <a:pt x="1690128" y="1025606"/>
                </a:lnTo>
                <a:lnTo>
                  <a:pt x="1684059" y="1030663"/>
                </a:lnTo>
                <a:lnTo>
                  <a:pt x="1676979" y="1034709"/>
                </a:lnTo>
                <a:lnTo>
                  <a:pt x="1668888" y="1036732"/>
                </a:lnTo>
                <a:lnTo>
                  <a:pt x="1660796" y="1037744"/>
                </a:lnTo>
                <a:lnTo>
                  <a:pt x="1536388" y="1037744"/>
                </a:lnTo>
                <a:lnTo>
                  <a:pt x="1536388" y="1037744"/>
                </a:lnTo>
                <a:lnTo>
                  <a:pt x="1531331" y="1037744"/>
                </a:lnTo>
                <a:lnTo>
                  <a:pt x="1526274" y="1039766"/>
                </a:lnTo>
                <a:lnTo>
                  <a:pt x="1521216" y="1041789"/>
                </a:lnTo>
                <a:lnTo>
                  <a:pt x="1517171" y="1043812"/>
                </a:lnTo>
                <a:lnTo>
                  <a:pt x="1513125" y="1047858"/>
                </a:lnTo>
                <a:lnTo>
                  <a:pt x="1510090" y="1051904"/>
                </a:lnTo>
                <a:lnTo>
                  <a:pt x="1507056" y="1055950"/>
                </a:lnTo>
                <a:lnTo>
                  <a:pt x="1505033" y="1062018"/>
                </a:lnTo>
                <a:lnTo>
                  <a:pt x="1505033" y="1062018"/>
                </a:lnTo>
                <a:lnTo>
                  <a:pt x="1495930" y="1087304"/>
                </a:lnTo>
                <a:lnTo>
                  <a:pt x="1485816" y="1113602"/>
                </a:lnTo>
                <a:lnTo>
                  <a:pt x="1474690" y="1138888"/>
                </a:lnTo>
                <a:lnTo>
                  <a:pt x="1462552" y="1164174"/>
                </a:lnTo>
                <a:lnTo>
                  <a:pt x="1462552" y="1164174"/>
                </a:lnTo>
                <a:lnTo>
                  <a:pt x="1460530" y="1169232"/>
                </a:lnTo>
                <a:lnTo>
                  <a:pt x="1458507" y="1174289"/>
                </a:lnTo>
                <a:lnTo>
                  <a:pt x="1458507" y="1179346"/>
                </a:lnTo>
                <a:lnTo>
                  <a:pt x="1459518" y="1185415"/>
                </a:lnTo>
                <a:lnTo>
                  <a:pt x="1460530" y="1190472"/>
                </a:lnTo>
                <a:lnTo>
                  <a:pt x="1462552" y="1195529"/>
                </a:lnTo>
                <a:lnTo>
                  <a:pt x="1465587" y="1199575"/>
                </a:lnTo>
                <a:lnTo>
                  <a:pt x="1468621" y="1203621"/>
                </a:lnTo>
                <a:lnTo>
                  <a:pt x="1555606" y="1290605"/>
                </a:lnTo>
                <a:lnTo>
                  <a:pt x="1555606" y="1290605"/>
                </a:lnTo>
                <a:lnTo>
                  <a:pt x="1560663" y="1296674"/>
                </a:lnTo>
                <a:lnTo>
                  <a:pt x="1564709" y="1304765"/>
                </a:lnTo>
                <a:lnTo>
                  <a:pt x="1566731" y="1311845"/>
                </a:lnTo>
                <a:lnTo>
                  <a:pt x="1567743" y="1319937"/>
                </a:lnTo>
                <a:lnTo>
                  <a:pt x="1567743" y="1319937"/>
                </a:lnTo>
                <a:lnTo>
                  <a:pt x="1566731" y="1329040"/>
                </a:lnTo>
                <a:lnTo>
                  <a:pt x="1564709" y="1336120"/>
                </a:lnTo>
                <a:lnTo>
                  <a:pt x="1560663" y="1344212"/>
                </a:lnTo>
                <a:lnTo>
                  <a:pt x="1555606" y="1350280"/>
                </a:lnTo>
                <a:lnTo>
                  <a:pt x="1351293" y="1554592"/>
                </a:lnTo>
                <a:lnTo>
                  <a:pt x="1351293" y="1554592"/>
                </a:lnTo>
                <a:lnTo>
                  <a:pt x="1344213" y="1559650"/>
                </a:lnTo>
                <a:lnTo>
                  <a:pt x="1337133" y="1563696"/>
                </a:lnTo>
                <a:lnTo>
                  <a:pt x="1329041" y="1566730"/>
                </a:lnTo>
                <a:lnTo>
                  <a:pt x="1320950" y="1566730"/>
                </a:lnTo>
                <a:lnTo>
                  <a:pt x="1320950" y="1566730"/>
                </a:lnTo>
                <a:lnTo>
                  <a:pt x="1312858" y="1566730"/>
                </a:lnTo>
                <a:lnTo>
                  <a:pt x="1304767" y="1563696"/>
                </a:lnTo>
                <a:lnTo>
                  <a:pt x="1297687" y="1559650"/>
                </a:lnTo>
                <a:lnTo>
                  <a:pt x="1291618" y="1554592"/>
                </a:lnTo>
                <a:lnTo>
                  <a:pt x="1204633" y="1468620"/>
                </a:lnTo>
                <a:lnTo>
                  <a:pt x="1204633" y="1468620"/>
                </a:lnTo>
                <a:lnTo>
                  <a:pt x="1200588" y="1464574"/>
                </a:lnTo>
                <a:lnTo>
                  <a:pt x="1195530" y="1461539"/>
                </a:lnTo>
                <a:lnTo>
                  <a:pt x="1190473" y="1459517"/>
                </a:lnTo>
                <a:lnTo>
                  <a:pt x="1185416" y="1458505"/>
                </a:lnTo>
                <a:lnTo>
                  <a:pt x="1180359" y="1457494"/>
                </a:lnTo>
                <a:lnTo>
                  <a:pt x="1175301" y="1458505"/>
                </a:lnTo>
                <a:lnTo>
                  <a:pt x="1170244" y="1459517"/>
                </a:lnTo>
                <a:lnTo>
                  <a:pt x="1165187" y="1461539"/>
                </a:lnTo>
                <a:lnTo>
                  <a:pt x="1165187" y="1461539"/>
                </a:lnTo>
                <a:lnTo>
                  <a:pt x="1139901" y="1473677"/>
                </a:lnTo>
                <a:lnTo>
                  <a:pt x="1114615" y="1484803"/>
                </a:lnTo>
                <a:lnTo>
                  <a:pt x="1088317" y="1494917"/>
                </a:lnTo>
                <a:lnTo>
                  <a:pt x="1062019" y="1504020"/>
                </a:lnTo>
                <a:lnTo>
                  <a:pt x="1062019" y="1504020"/>
                </a:lnTo>
                <a:lnTo>
                  <a:pt x="1056962" y="1506043"/>
                </a:lnTo>
                <a:lnTo>
                  <a:pt x="1052916" y="1509077"/>
                </a:lnTo>
                <a:lnTo>
                  <a:pt x="1047859" y="1512112"/>
                </a:lnTo>
                <a:lnTo>
                  <a:pt x="1044825" y="1516158"/>
                </a:lnTo>
                <a:lnTo>
                  <a:pt x="1041790" y="1521215"/>
                </a:lnTo>
                <a:lnTo>
                  <a:pt x="1039768" y="1525261"/>
                </a:lnTo>
                <a:lnTo>
                  <a:pt x="1038756" y="1530318"/>
                </a:lnTo>
                <a:lnTo>
                  <a:pt x="1038756" y="1536386"/>
                </a:lnTo>
                <a:lnTo>
                  <a:pt x="1038756" y="1659783"/>
                </a:lnTo>
                <a:lnTo>
                  <a:pt x="1038756" y="1659783"/>
                </a:lnTo>
                <a:lnTo>
                  <a:pt x="1037745" y="1667874"/>
                </a:lnTo>
                <a:lnTo>
                  <a:pt x="1034710" y="1675966"/>
                </a:lnTo>
                <a:lnTo>
                  <a:pt x="1030665" y="1683046"/>
                </a:lnTo>
                <a:lnTo>
                  <a:pt x="1025607" y="1689115"/>
                </a:lnTo>
                <a:lnTo>
                  <a:pt x="1019539" y="1694172"/>
                </a:lnTo>
                <a:lnTo>
                  <a:pt x="1012458" y="1698218"/>
                </a:lnTo>
                <a:lnTo>
                  <a:pt x="1004367" y="1701252"/>
                </a:lnTo>
                <a:lnTo>
                  <a:pt x="996275" y="1702264"/>
                </a:lnTo>
                <a:lnTo>
                  <a:pt x="996275" y="1702264"/>
                </a:lnTo>
                <a:close/>
                <a:moveTo>
                  <a:pt x="522918" y="1449402"/>
                </a:moveTo>
                <a:lnTo>
                  <a:pt x="522918" y="1449402"/>
                </a:lnTo>
                <a:lnTo>
                  <a:pt x="532021" y="1450414"/>
                </a:lnTo>
                <a:lnTo>
                  <a:pt x="542136" y="1454459"/>
                </a:lnTo>
                <a:lnTo>
                  <a:pt x="542136" y="1454459"/>
                </a:lnTo>
                <a:lnTo>
                  <a:pt x="566410" y="1466597"/>
                </a:lnTo>
                <a:lnTo>
                  <a:pt x="591697" y="1477723"/>
                </a:lnTo>
                <a:lnTo>
                  <a:pt x="616983" y="1487837"/>
                </a:lnTo>
                <a:lnTo>
                  <a:pt x="643280" y="1495929"/>
                </a:lnTo>
                <a:lnTo>
                  <a:pt x="643280" y="1495929"/>
                </a:lnTo>
                <a:lnTo>
                  <a:pt x="649349" y="1498963"/>
                </a:lnTo>
                <a:lnTo>
                  <a:pt x="655418" y="1501997"/>
                </a:lnTo>
                <a:lnTo>
                  <a:pt x="660475" y="1507055"/>
                </a:lnTo>
                <a:lnTo>
                  <a:pt x="664521" y="1512112"/>
                </a:lnTo>
                <a:lnTo>
                  <a:pt x="667555" y="1517169"/>
                </a:lnTo>
                <a:lnTo>
                  <a:pt x="670589" y="1523238"/>
                </a:lnTo>
                <a:lnTo>
                  <a:pt x="671601" y="1529306"/>
                </a:lnTo>
                <a:lnTo>
                  <a:pt x="672612" y="1536386"/>
                </a:lnTo>
                <a:lnTo>
                  <a:pt x="672612" y="1659783"/>
                </a:lnTo>
                <a:lnTo>
                  <a:pt x="672612" y="1659783"/>
                </a:lnTo>
                <a:lnTo>
                  <a:pt x="673624" y="1666863"/>
                </a:lnTo>
                <a:lnTo>
                  <a:pt x="675647" y="1672932"/>
                </a:lnTo>
                <a:lnTo>
                  <a:pt x="678681" y="1679000"/>
                </a:lnTo>
                <a:lnTo>
                  <a:pt x="682727" y="1684058"/>
                </a:lnTo>
                <a:lnTo>
                  <a:pt x="687784" y="1688103"/>
                </a:lnTo>
                <a:lnTo>
                  <a:pt x="693853" y="1691138"/>
                </a:lnTo>
                <a:lnTo>
                  <a:pt x="699921" y="1693161"/>
                </a:lnTo>
                <a:lnTo>
                  <a:pt x="707001" y="1694172"/>
                </a:lnTo>
                <a:lnTo>
                  <a:pt x="996275" y="1694172"/>
                </a:lnTo>
                <a:lnTo>
                  <a:pt x="996275" y="1694172"/>
                </a:lnTo>
                <a:lnTo>
                  <a:pt x="1003355" y="1693161"/>
                </a:lnTo>
                <a:lnTo>
                  <a:pt x="1009424" y="1691138"/>
                </a:lnTo>
                <a:lnTo>
                  <a:pt x="1015493" y="1688103"/>
                </a:lnTo>
                <a:lnTo>
                  <a:pt x="1020550" y="1684058"/>
                </a:lnTo>
                <a:lnTo>
                  <a:pt x="1024596" y="1679000"/>
                </a:lnTo>
                <a:lnTo>
                  <a:pt x="1027630" y="1672932"/>
                </a:lnTo>
                <a:lnTo>
                  <a:pt x="1029653" y="1666863"/>
                </a:lnTo>
                <a:lnTo>
                  <a:pt x="1030665" y="1659783"/>
                </a:lnTo>
                <a:lnTo>
                  <a:pt x="1030665" y="1536386"/>
                </a:lnTo>
                <a:lnTo>
                  <a:pt x="1030665" y="1536386"/>
                </a:lnTo>
                <a:lnTo>
                  <a:pt x="1030665" y="1529306"/>
                </a:lnTo>
                <a:lnTo>
                  <a:pt x="1032687" y="1523238"/>
                </a:lnTo>
                <a:lnTo>
                  <a:pt x="1034710" y="1517169"/>
                </a:lnTo>
                <a:lnTo>
                  <a:pt x="1038756" y="1512112"/>
                </a:lnTo>
                <a:lnTo>
                  <a:pt x="1042802" y="1507055"/>
                </a:lnTo>
                <a:lnTo>
                  <a:pt x="1047859" y="1501997"/>
                </a:lnTo>
                <a:lnTo>
                  <a:pt x="1052916" y="1498963"/>
                </a:lnTo>
                <a:lnTo>
                  <a:pt x="1059997" y="1495929"/>
                </a:lnTo>
                <a:lnTo>
                  <a:pt x="1059997" y="1495929"/>
                </a:lnTo>
                <a:lnTo>
                  <a:pt x="1085283" y="1487837"/>
                </a:lnTo>
                <a:lnTo>
                  <a:pt x="1111580" y="1477723"/>
                </a:lnTo>
                <a:lnTo>
                  <a:pt x="1136866" y="1466597"/>
                </a:lnTo>
                <a:lnTo>
                  <a:pt x="1161141" y="1454459"/>
                </a:lnTo>
                <a:lnTo>
                  <a:pt x="1161141" y="1454459"/>
                </a:lnTo>
                <a:lnTo>
                  <a:pt x="1167210" y="1451425"/>
                </a:lnTo>
                <a:lnTo>
                  <a:pt x="1174290" y="1450414"/>
                </a:lnTo>
                <a:lnTo>
                  <a:pt x="1180359" y="1449402"/>
                </a:lnTo>
                <a:lnTo>
                  <a:pt x="1186427" y="1450414"/>
                </a:lnTo>
                <a:lnTo>
                  <a:pt x="1193508" y="1451425"/>
                </a:lnTo>
                <a:lnTo>
                  <a:pt x="1199576" y="1454459"/>
                </a:lnTo>
                <a:lnTo>
                  <a:pt x="1205645" y="1458505"/>
                </a:lnTo>
                <a:lnTo>
                  <a:pt x="1210702" y="1462551"/>
                </a:lnTo>
                <a:lnTo>
                  <a:pt x="1296675" y="1549535"/>
                </a:lnTo>
                <a:lnTo>
                  <a:pt x="1296675" y="1549535"/>
                </a:lnTo>
                <a:lnTo>
                  <a:pt x="1301732" y="1553581"/>
                </a:lnTo>
                <a:lnTo>
                  <a:pt x="1307801" y="1556615"/>
                </a:lnTo>
                <a:lnTo>
                  <a:pt x="1314881" y="1558638"/>
                </a:lnTo>
                <a:lnTo>
                  <a:pt x="1320950" y="1558638"/>
                </a:lnTo>
                <a:lnTo>
                  <a:pt x="1320950" y="1558638"/>
                </a:lnTo>
                <a:lnTo>
                  <a:pt x="1328030" y="1558638"/>
                </a:lnTo>
                <a:lnTo>
                  <a:pt x="1334099" y="1556615"/>
                </a:lnTo>
                <a:lnTo>
                  <a:pt x="1340167" y="1553581"/>
                </a:lnTo>
                <a:lnTo>
                  <a:pt x="1345225" y="1549535"/>
                </a:lnTo>
                <a:lnTo>
                  <a:pt x="1549537" y="1344212"/>
                </a:lnTo>
                <a:lnTo>
                  <a:pt x="1549537" y="1344212"/>
                </a:lnTo>
                <a:lnTo>
                  <a:pt x="1554594" y="1339155"/>
                </a:lnTo>
                <a:lnTo>
                  <a:pt x="1557628" y="1333086"/>
                </a:lnTo>
                <a:lnTo>
                  <a:pt x="1559651" y="1327017"/>
                </a:lnTo>
                <a:lnTo>
                  <a:pt x="1559651" y="1319937"/>
                </a:lnTo>
                <a:lnTo>
                  <a:pt x="1559651" y="1319937"/>
                </a:lnTo>
                <a:lnTo>
                  <a:pt x="1559651" y="1313868"/>
                </a:lnTo>
                <a:lnTo>
                  <a:pt x="1557628" y="1307800"/>
                </a:lnTo>
                <a:lnTo>
                  <a:pt x="1554594" y="1301731"/>
                </a:lnTo>
                <a:lnTo>
                  <a:pt x="1549537" y="1296674"/>
                </a:lnTo>
                <a:lnTo>
                  <a:pt x="1463564" y="1209689"/>
                </a:lnTo>
                <a:lnTo>
                  <a:pt x="1463564" y="1209689"/>
                </a:lnTo>
                <a:lnTo>
                  <a:pt x="1458507" y="1204632"/>
                </a:lnTo>
                <a:lnTo>
                  <a:pt x="1455472" y="1198564"/>
                </a:lnTo>
                <a:lnTo>
                  <a:pt x="1452438" y="1192495"/>
                </a:lnTo>
                <a:lnTo>
                  <a:pt x="1451427" y="1186426"/>
                </a:lnTo>
                <a:lnTo>
                  <a:pt x="1450415" y="1179346"/>
                </a:lnTo>
                <a:lnTo>
                  <a:pt x="1451427" y="1173277"/>
                </a:lnTo>
                <a:lnTo>
                  <a:pt x="1452438" y="1166197"/>
                </a:lnTo>
                <a:lnTo>
                  <a:pt x="1455472" y="1160129"/>
                </a:lnTo>
                <a:lnTo>
                  <a:pt x="1455472" y="1160129"/>
                </a:lnTo>
                <a:lnTo>
                  <a:pt x="1466598" y="1135854"/>
                </a:lnTo>
                <a:lnTo>
                  <a:pt x="1477724" y="1110568"/>
                </a:lnTo>
                <a:lnTo>
                  <a:pt x="1487839" y="1085282"/>
                </a:lnTo>
                <a:lnTo>
                  <a:pt x="1496942" y="1058984"/>
                </a:lnTo>
                <a:lnTo>
                  <a:pt x="1496942" y="1058984"/>
                </a:lnTo>
                <a:lnTo>
                  <a:pt x="1499976" y="1052915"/>
                </a:lnTo>
                <a:lnTo>
                  <a:pt x="1503010" y="1046847"/>
                </a:lnTo>
                <a:lnTo>
                  <a:pt x="1507056" y="1041789"/>
                </a:lnTo>
                <a:lnTo>
                  <a:pt x="1512113" y="1037744"/>
                </a:lnTo>
                <a:lnTo>
                  <a:pt x="1518182" y="1033698"/>
                </a:lnTo>
                <a:lnTo>
                  <a:pt x="1524251" y="1031675"/>
                </a:lnTo>
                <a:lnTo>
                  <a:pt x="1530319" y="1029652"/>
                </a:lnTo>
                <a:lnTo>
                  <a:pt x="1536388" y="1029652"/>
                </a:lnTo>
                <a:lnTo>
                  <a:pt x="1660796" y="1029652"/>
                </a:lnTo>
                <a:lnTo>
                  <a:pt x="1660796" y="1029652"/>
                </a:lnTo>
                <a:lnTo>
                  <a:pt x="1666865" y="1028641"/>
                </a:lnTo>
                <a:lnTo>
                  <a:pt x="1673945" y="1026618"/>
                </a:lnTo>
                <a:lnTo>
                  <a:pt x="1679002" y="1023583"/>
                </a:lnTo>
                <a:lnTo>
                  <a:pt x="1684059" y="1019538"/>
                </a:lnTo>
                <a:lnTo>
                  <a:pt x="1688105" y="1014480"/>
                </a:lnTo>
                <a:lnTo>
                  <a:pt x="1692151" y="1008412"/>
                </a:lnTo>
                <a:lnTo>
                  <a:pt x="1694174" y="1002343"/>
                </a:lnTo>
                <a:lnTo>
                  <a:pt x="1694174" y="995263"/>
                </a:lnTo>
                <a:lnTo>
                  <a:pt x="1694174" y="705989"/>
                </a:lnTo>
                <a:lnTo>
                  <a:pt x="1694174" y="705989"/>
                </a:lnTo>
                <a:lnTo>
                  <a:pt x="1694174" y="698909"/>
                </a:lnTo>
                <a:lnTo>
                  <a:pt x="1692151" y="692841"/>
                </a:lnTo>
                <a:lnTo>
                  <a:pt x="1688105" y="686772"/>
                </a:lnTo>
                <a:lnTo>
                  <a:pt x="1684059" y="681715"/>
                </a:lnTo>
                <a:lnTo>
                  <a:pt x="1679002" y="677669"/>
                </a:lnTo>
                <a:lnTo>
                  <a:pt x="1673945" y="674635"/>
                </a:lnTo>
                <a:lnTo>
                  <a:pt x="1666865" y="672612"/>
                </a:lnTo>
                <a:lnTo>
                  <a:pt x="1660796" y="671600"/>
                </a:lnTo>
                <a:lnTo>
                  <a:pt x="1536388" y="671600"/>
                </a:lnTo>
                <a:lnTo>
                  <a:pt x="1536388" y="671600"/>
                </a:lnTo>
                <a:lnTo>
                  <a:pt x="1530319" y="671600"/>
                </a:lnTo>
                <a:lnTo>
                  <a:pt x="1524251" y="669577"/>
                </a:lnTo>
                <a:lnTo>
                  <a:pt x="1518182" y="667554"/>
                </a:lnTo>
                <a:lnTo>
                  <a:pt x="1512113" y="663509"/>
                </a:lnTo>
                <a:lnTo>
                  <a:pt x="1507056" y="659463"/>
                </a:lnTo>
                <a:lnTo>
                  <a:pt x="1503010" y="654406"/>
                </a:lnTo>
                <a:lnTo>
                  <a:pt x="1499976" y="648337"/>
                </a:lnTo>
                <a:lnTo>
                  <a:pt x="1496942" y="642268"/>
                </a:lnTo>
                <a:lnTo>
                  <a:pt x="1496942" y="642268"/>
                </a:lnTo>
                <a:lnTo>
                  <a:pt x="1487839" y="616982"/>
                </a:lnTo>
                <a:lnTo>
                  <a:pt x="1477724" y="590684"/>
                </a:lnTo>
                <a:lnTo>
                  <a:pt x="1466598" y="565398"/>
                </a:lnTo>
                <a:lnTo>
                  <a:pt x="1455472" y="541124"/>
                </a:lnTo>
                <a:lnTo>
                  <a:pt x="1455472" y="541124"/>
                </a:lnTo>
                <a:lnTo>
                  <a:pt x="1452438" y="535055"/>
                </a:lnTo>
                <a:lnTo>
                  <a:pt x="1451427" y="527975"/>
                </a:lnTo>
                <a:lnTo>
                  <a:pt x="1450415" y="521906"/>
                </a:lnTo>
                <a:lnTo>
                  <a:pt x="1451427" y="514826"/>
                </a:lnTo>
                <a:lnTo>
                  <a:pt x="1452438" y="508757"/>
                </a:lnTo>
                <a:lnTo>
                  <a:pt x="1455472" y="502689"/>
                </a:lnTo>
                <a:lnTo>
                  <a:pt x="1458507" y="496620"/>
                </a:lnTo>
                <a:lnTo>
                  <a:pt x="1463564" y="491563"/>
                </a:lnTo>
                <a:lnTo>
                  <a:pt x="1549537" y="405590"/>
                </a:lnTo>
                <a:lnTo>
                  <a:pt x="1549537" y="405590"/>
                </a:lnTo>
                <a:lnTo>
                  <a:pt x="1554594" y="399521"/>
                </a:lnTo>
                <a:lnTo>
                  <a:pt x="1557628" y="394464"/>
                </a:lnTo>
                <a:lnTo>
                  <a:pt x="1559651" y="387384"/>
                </a:lnTo>
                <a:lnTo>
                  <a:pt x="1559651" y="381315"/>
                </a:lnTo>
                <a:lnTo>
                  <a:pt x="1559651" y="381315"/>
                </a:lnTo>
                <a:lnTo>
                  <a:pt x="1559651" y="374235"/>
                </a:lnTo>
                <a:lnTo>
                  <a:pt x="1557628" y="368166"/>
                </a:lnTo>
                <a:lnTo>
                  <a:pt x="1554594" y="362098"/>
                </a:lnTo>
                <a:lnTo>
                  <a:pt x="1549537" y="357040"/>
                </a:lnTo>
                <a:lnTo>
                  <a:pt x="1345225" y="152728"/>
                </a:lnTo>
                <a:lnTo>
                  <a:pt x="1345225" y="152728"/>
                </a:lnTo>
                <a:lnTo>
                  <a:pt x="1340167" y="147671"/>
                </a:lnTo>
                <a:lnTo>
                  <a:pt x="1334099" y="144637"/>
                </a:lnTo>
                <a:lnTo>
                  <a:pt x="1328030" y="142614"/>
                </a:lnTo>
                <a:lnTo>
                  <a:pt x="1320950" y="142614"/>
                </a:lnTo>
                <a:lnTo>
                  <a:pt x="1320950" y="142614"/>
                </a:lnTo>
                <a:lnTo>
                  <a:pt x="1314881" y="142614"/>
                </a:lnTo>
                <a:lnTo>
                  <a:pt x="1307801" y="144637"/>
                </a:lnTo>
                <a:lnTo>
                  <a:pt x="1301732" y="147671"/>
                </a:lnTo>
                <a:lnTo>
                  <a:pt x="1296675" y="152728"/>
                </a:lnTo>
                <a:lnTo>
                  <a:pt x="1210702" y="238701"/>
                </a:lnTo>
                <a:lnTo>
                  <a:pt x="1210702" y="238701"/>
                </a:lnTo>
                <a:lnTo>
                  <a:pt x="1205645" y="243759"/>
                </a:lnTo>
                <a:lnTo>
                  <a:pt x="1199576" y="246793"/>
                </a:lnTo>
                <a:lnTo>
                  <a:pt x="1193508" y="249827"/>
                </a:lnTo>
                <a:lnTo>
                  <a:pt x="1186427" y="250839"/>
                </a:lnTo>
                <a:lnTo>
                  <a:pt x="1180359" y="251850"/>
                </a:lnTo>
                <a:lnTo>
                  <a:pt x="1173279" y="250839"/>
                </a:lnTo>
                <a:lnTo>
                  <a:pt x="1167210" y="249827"/>
                </a:lnTo>
                <a:lnTo>
                  <a:pt x="1161141" y="246793"/>
                </a:lnTo>
                <a:lnTo>
                  <a:pt x="1161141" y="246793"/>
                </a:lnTo>
                <a:lnTo>
                  <a:pt x="1136866" y="234656"/>
                </a:lnTo>
                <a:lnTo>
                  <a:pt x="1111580" y="223530"/>
                </a:lnTo>
                <a:lnTo>
                  <a:pt x="1085283" y="214427"/>
                </a:lnTo>
                <a:lnTo>
                  <a:pt x="1059997" y="205324"/>
                </a:lnTo>
                <a:lnTo>
                  <a:pt x="1059997" y="205324"/>
                </a:lnTo>
                <a:lnTo>
                  <a:pt x="1052916" y="202289"/>
                </a:lnTo>
                <a:lnTo>
                  <a:pt x="1047859" y="199255"/>
                </a:lnTo>
                <a:lnTo>
                  <a:pt x="1042802" y="195209"/>
                </a:lnTo>
                <a:lnTo>
                  <a:pt x="1038756" y="190152"/>
                </a:lnTo>
                <a:lnTo>
                  <a:pt x="1034710" y="184083"/>
                </a:lnTo>
                <a:lnTo>
                  <a:pt x="1032687" y="178015"/>
                </a:lnTo>
                <a:lnTo>
                  <a:pt x="1030665" y="171946"/>
                </a:lnTo>
                <a:lnTo>
                  <a:pt x="1030665" y="164866"/>
                </a:lnTo>
                <a:lnTo>
                  <a:pt x="1030665" y="41469"/>
                </a:lnTo>
                <a:lnTo>
                  <a:pt x="1030665" y="41469"/>
                </a:lnTo>
                <a:lnTo>
                  <a:pt x="1029653" y="35401"/>
                </a:lnTo>
                <a:lnTo>
                  <a:pt x="1027630" y="28321"/>
                </a:lnTo>
                <a:lnTo>
                  <a:pt x="1024596" y="23263"/>
                </a:lnTo>
                <a:lnTo>
                  <a:pt x="1020550" y="18206"/>
                </a:lnTo>
                <a:lnTo>
                  <a:pt x="1015493" y="13149"/>
                </a:lnTo>
                <a:lnTo>
                  <a:pt x="1009424" y="10115"/>
                </a:lnTo>
                <a:lnTo>
                  <a:pt x="1003355" y="8092"/>
                </a:lnTo>
                <a:lnTo>
                  <a:pt x="996275" y="8092"/>
                </a:lnTo>
                <a:lnTo>
                  <a:pt x="707001" y="8092"/>
                </a:lnTo>
                <a:lnTo>
                  <a:pt x="707001" y="8092"/>
                </a:lnTo>
                <a:lnTo>
                  <a:pt x="699921" y="8092"/>
                </a:lnTo>
                <a:lnTo>
                  <a:pt x="693853" y="10115"/>
                </a:lnTo>
                <a:lnTo>
                  <a:pt x="687784" y="13149"/>
                </a:lnTo>
                <a:lnTo>
                  <a:pt x="682727" y="18206"/>
                </a:lnTo>
                <a:lnTo>
                  <a:pt x="678681" y="23263"/>
                </a:lnTo>
                <a:lnTo>
                  <a:pt x="675647" y="28321"/>
                </a:lnTo>
                <a:lnTo>
                  <a:pt x="673624" y="35401"/>
                </a:lnTo>
                <a:lnTo>
                  <a:pt x="672612" y="41469"/>
                </a:lnTo>
                <a:lnTo>
                  <a:pt x="672612" y="164866"/>
                </a:lnTo>
                <a:lnTo>
                  <a:pt x="672612" y="164866"/>
                </a:lnTo>
                <a:lnTo>
                  <a:pt x="671601" y="171946"/>
                </a:lnTo>
                <a:lnTo>
                  <a:pt x="670589" y="178015"/>
                </a:lnTo>
                <a:lnTo>
                  <a:pt x="667555" y="184083"/>
                </a:lnTo>
                <a:lnTo>
                  <a:pt x="664521" y="190152"/>
                </a:lnTo>
                <a:lnTo>
                  <a:pt x="660475" y="195209"/>
                </a:lnTo>
                <a:lnTo>
                  <a:pt x="655418" y="199255"/>
                </a:lnTo>
                <a:lnTo>
                  <a:pt x="649349" y="202289"/>
                </a:lnTo>
                <a:lnTo>
                  <a:pt x="643280" y="205324"/>
                </a:lnTo>
                <a:lnTo>
                  <a:pt x="643280" y="205324"/>
                </a:lnTo>
                <a:lnTo>
                  <a:pt x="616983" y="214427"/>
                </a:lnTo>
                <a:lnTo>
                  <a:pt x="591697" y="223530"/>
                </a:lnTo>
                <a:lnTo>
                  <a:pt x="566410" y="234656"/>
                </a:lnTo>
                <a:lnTo>
                  <a:pt x="542136" y="246793"/>
                </a:lnTo>
                <a:lnTo>
                  <a:pt x="542136" y="246793"/>
                </a:lnTo>
                <a:lnTo>
                  <a:pt x="535055" y="249827"/>
                </a:lnTo>
                <a:lnTo>
                  <a:pt x="528987" y="250839"/>
                </a:lnTo>
                <a:lnTo>
                  <a:pt x="522918" y="251850"/>
                </a:lnTo>
                <a:lnTo>
                  <a:pt x="515838" y="250839"/>
                </a:lnTo>
                <a:lnTo>
                  <a:pt x="509769" y="249827"/>
                </a:lnTo>
                <a:lnTo>
                  <a:pt x="503701" y="246793"/>
                </a:lnTo>
                <a:lnTo>
                  <a:pt x="497632" y="243759"/>
                </a:lnTo>
                <a:lnTo>
                  <a:pt x="492575" y="238701"/>
                </a:lnTo>
                <a:lnTo>
                  <a:pt x="405590" y="152728"/>
                </a:lnTo>
                <a:lnTo>
                  <a:pt x="405590" y="152728"/>
                </a:lnTo>
                <a:lnTo>
                  <a:pt x="400533" y="147671"/>
                </a:lnTo>
                <a:lnTo>
                  <a:pt x="394464" y="144637"/>
                </a:lnTo>
                <a:lnTo>
                  <a:pt x="388396" y="142614"/>
                </a:lnTo>
                <a:lnTo>
                  <a:pt x="381316" y="142614"/>
                </a:lnTo>
                <a:lnTo>
                  <a:pt x="381316" y="142614"/>
                </a:lnTo>
                <a:lnTo>
                  <a:pt x="375247" y="142614"/>
                </a:lnTo>
                <a:lnTo>
                  <a:pt x="369178" y="144637"/>
                </a:lnTo>
                <a:lnTo>
                  <a:pt x="363109" y="147671"/>
                </a:lnTo>
                <a:lnTo>
                  <a:pt x="358052" y="152728"/>
                </a:lnTo>
                <a:lnTo>
                  <a:pt x="152728" y="357040"/>
                </a:lnTo>
                <a:lnTo>
                  <a:pt x="152728" y="357040"/>
                </a:lnTo>
                <a:lnTo>
                  <a:pt x="148683" y="362098"/>
                </a:lnTo>
                <a:lnTo>
                  <a:pt x="145648" y="368166"/>
                </a:lnTo>
                <a:lnTo>
                  <a:pt x="143625" y="374235"/>
                </a:lnTo>
                <a:lnTo>
                  <a:pt x="142614" y="381315"/>
                </a:lnTo>
                <a:lnTo>
                  <a:pt x="143625" y="387384"/>
                </a:lnTo>
                <a:lnTo>
                  <a:pt x="145648" y="393453"/>
                </a:lnTo>
                <a:lnTo>
                  <a:pt x="148683" y="399521"/>
                </a:lnTo>
                <a:lnTo>
                  <a:pt x="152728" y="405590"/>
                </a:lnTo>
                <a:lnTo>
                  <a:pt x="239713" y="491563"/>
                </a:lnTo>
                <a:lnTo>
                  <a:pt x="239713" y="491563"/>
                </a:lnTo>
                <a:lnTo>
                  <a:pt x="243759" y="496620"/>
                </a:lnTo>
                <a:lnTo>
                  <a:pt x="247804" y="502689"/>
                </a:lnTo>
                <a:lnTo>
                  <a:pt x="249827" y="508757"/>
                </a:lnTo>
                <a:lnTo>
                  <a:pt x="251850" y="514826"/>
                </a:lnTo>
                <a:lnTo>
                  <a:pt x="252862" y="521906"/>
                </a:lnTo>
                <a:lnTo>
                  <a:pt x="251850" y="527975"/>
                </a:lnTo>
                <a:lnTo>
                  <a:pt x="250839" y="535055"/>
                </a:lnTo>
                <a:lnTo>
                  <a:pt x="247804" y="541124"/>
                </a:lnTo>
                <a:lnTo>
                  <a:pt x="247804" y="541124"/>
                </a:lnTo>
                <a:lnTo>
                  <a:pt x="235667" y="565398"/>
                </a:lnTo>
                <a:lnTo>
                  <a:pt x="224541" y="590684"/>
                </a:lnTo>
                <a:lnTo>
                  <a:pt x="214427" y="616982"/>
                </a:lnTo>
                <a:lnTo>
                  <a:pt x="205324" y="642268"/>
                </a:lnTo>
                <a:lnTo>
                  <a:pt x="205324" y="642268"/>
                </a:lnTo>
                <a:lnTo>
                  <a:pt x="203301" y="648337"/>
                </a:lnTo>
                <a:lnTo>
                  <a:pt x="199255" y="654406"/>
                </a:lnTo>
                <a:lnTo>
                  <a:pt x="195209" y="659463"/>
                </a:lnTo>
                <a:lnTo>
                  <a:pt x="190152" y="663509"/>
                </a:lnTo>
                <a:lnTo>
                  <a:pt x="185095" y="667554"/>
                </a:lnTo>
                <a:lnTo>
                  <a:pt x="179026" y="669577"/>
                </a:lnTo>
                <a:lnTo>
                  <a:pt x="172957" y="671600"/>
                </a:lnTo>
                <a:lnTo>
                  <a:pt x="165877" y="671600"/>
                </a:lnTo>
                <a:lnTo>
                  <a:pt x="42481" y="671600"/>
                </a:lnTo>
                <a:lnTo>
                  <a:pt x="42481" y="671600"/>
                </a:lnTo>
                <a:lnTo>
                  <a:pt x="35401" y="672612"/>
                </a:lnTo>
                <a:lnTo>
                  <a:pt x="29332" y="674635"/>
                </a:lnTo>
                <a:lnTo>
                  <a:pt x="23263" y="677669"/>
                </a:lnTo>
                <a:lnTo>
                  <a:pt x="18206" y="681715"/>
                </a:lnTo>
                <a:lnTo>
                  <a:pt x="14160" y="686772"/>
                </a:lnTo>
                <a:lnTo>
                  <a:pt x="11126" y="692841"/>
                </a:lnTo>
                <a:lnTo>
                  <a:pt x="9103" y="698909"/>
                </a:lnTo>
                <a:lnTo>
                  <a:pt x="8092" y="705989"/>
                </a:lnTo>
                <a:lnTo>
                  <a:pt x="8092" y="995263"/>
                </a:lnTo>
                <a:lnTo>
                  <a:pt x="8092" y="995263"/>
                </a:lnTo>
                <a:lnTo>
                  <a:pt x="9103" y="1002343"/>
                </a:lnTo>
                <a:lnTo>
                  <a:pt x="11126" y="1008412"/>
                </a:lnTo>
                <a:lnTo>
                  <a:pt x="14160" y="1014480"/>
                </a:lnTo>
                <a:lnTo>
                  <a:pt x="18206" y="1019538"/>
                </a:lnTo>
                <a:lnTo>
                  <a:pt x="23263" y="1023583"/>
                </a:lnTo>
                <a:lnTo>
                  <a:pt x="29332" y="1026618"/>
                </a:lnTo>
                <a:lnTo>
                  <a:pt x="35401" y="1028641"/>
                </a:lnTo>
                <a:lnTo>
                  <a:pt x="42481" y="1029652"/>
                </a:lnTo>
                <a:lnTo>
                  <a:pt x="165877" y="1029652"/>
                </a:lnTo>
                <a:lnTo>
                  <a:pt x="165877" y="1029652"/>
                </a:lnTo>
                <a:lnTo>
                  <a:pt x="172957" y="1029652"/>
                </a:lnTo>
                <a:lnTo>
                  <a:pt x="179026" y="1031675"/>
                </a:lnTo>
                <a:lnTo>
                  <a:pt x="185095" y="1033698"/>
                </a:lnTo>
                <a:lnTo>
                  <a:pt x="190152" y="1037744"/>
                </a:lnTo>
                <a:lnTo>
                  <a:pt x="195209" y="1041789"/>
                </a:lnTo>
                <a:lnTo>
                  <a:pt x="199255" y="1046847"/>
                </a:lnTo>
                <a:lnTo>
                  <a:pt x="203301" y="1052915"/>
                </a:lnTo>
                <a:lnTo>
                  <a:pt x="205324" y="1058984"/>
                </a:lnTo>
                <a:lnTo>
                  <a:pt x="205324" y="1058984"/>
                </a:lnTo>
                <a:lnTo>
                  <a:pt x="214427" y="1085282"/>
                </a:lnTo>
                <a:lnTo>
                  <a:pt x="224541" y="1110568"/>
                </a:lnTo>
                <a:lnTo>
                  <a:pt x="235667" y="1135854"/>
                </a:lnTo>
                <a:lnTo>
                  <a:pt x="247804" y="1160129"/>
                </a:lnTo>
                <a:lnTo>
                  <a:pt x="247804" y="1160129"/>
                </a:lnTo>
                <a:lnTo>
                  <a:pt x="250839" y="1166197"/>
                </a:lnTo>
                <a:lnTo>
                  <a:pt x="251850" y="1173277"/>
                </a:lnTo>
                <a:lnTo>
                  <a:pt x="252862" y="1179346"/>
                </a:lnTo>
                <a:lnTo>
                  <a:pt x="251850" y="1186426"/>
                </a:lnTo>
                <a:lnTo>
                  <a:pt x="249827" y="1192495"/>
                </a:lnTo>
                <a:lnTo>
                  <a:pt x="247804" y="1198564"/>
                </a:lnTo>
                <a:lnTo>
                  <a:pt x="243759" y="1204632"/>
                </a:lnTo>
                <a:lnTo>
                  <a:pt x="239713" y="1209689"/>
                </a:lnTo>
                <a:lnTo>
                  <a:pt x="152728" y="1296674"/>
                </a:lnTo>
                <a:lnTo>
                  <a:pt x="152728" y="1296674"/>
                </a:lnTo>
                <a:lnTo>
                  <a:pt x="148683" y="1301731"/>
                </a:lnTo>
                <a:lnTo>
                  <a:pt x="145648" y="1307800"/>
                </a:lnTo>
                <a:lnTo>
                  <a:pt x="143625" y="1313868"/>
                </a:lnTo>
                <a:lnTo>
                  <a:pt x="142614" y="1319937"/>
                </a:lnTo>
                <a:lnTo>
                  <a:pt x="143625" y="1327017"/>
                </a:lnTo>
                <a:lnTo>
                  <a:pt x="145648" y="1333086"/>
                </a:lnTo>
                <a:lnTo>
                  <a:pt x="148683" y="1339155"/>
                </a:lnTo>
                <a:lnTo>
                  <a:pt x="152728" y="1344212"/>
                </a:lnTo>
                <a:lnTo>
                  <a:pt x="358052" y="1549535"/>
                </a:lnTo>
                <a:lnTo>
                  <a:pt x="358052" y="1549535"/>
                </a:lnTo>
                <a:lnTo>
                  <a:pt x="363109" y="1553581"/>
                </a:lnTo>
                <a:lnTo>
                  <a:pt x="369178" y="1556615"/>
                </a:lnTo>
                <a:lnTo>
                  <a:pt x="375247" y="1558638"/>
                </a:lnTo>
                <a:lnTo>
                  <a:pt x="381316" y="1558638"/>
                </a:lnTo>
                <a:lnTo>
                  <a:pt x="381316" y="1558638"/>
                </a:lnTo>
                <a:lnTo>
                  <a:pt x="388396" y="1558638"/>
                </a:lnTo>
                <a:lnTo>
                  <a:pt x="394464" y="1556615"/>
                </a:lnTo>
                <a:lnTo>
                  <a:pt x="400533" y="1553581"/>
                </a:lnTo>
                <a:lnTo>
                  <a:pt x="405590" y="1549535"/>
                </a:lnTo>
                <a:lnTo>
                  <a:pt x="492575" y="1462551"/>
                </a:lnTo>
                <a:lnTo>
                  <a:pt x="492575" y="1462551"/>
                </a:lnTo>
                <a:lnTo>
                  <a:pt x="499655" y="1457494"/>
                </a:lnTo>
                <a:lnTo>
                  <a:pt x="506735" y="1453448"/>
                </a:lnTo>
                <a:lnTo>
                  <a:pt x="514827" y="1450414"/>
                </a:lnTo>
                <a:lnTo>
                  <a:pt x="522918" y="1449402"/>
                </a:lnTo>
                <a:lnTo>
                  <a:pt x="522918" y="1449402"/>
                </a:lnTo>
                <a:close/>
                <a:moveTo>
                  <a:pt x="851638" y="1275433"/>
                </a:moveTo>
                <a:lnTo>
                  <a:pt x="851638" y="1275433"/>
                </a:lnTo>
                <a:lnTo>
                  <a:pt x="829387" y="1274422"/>
                </a:lnTo>
                <a:lnTo>
                  <a:pt x="808146" y="1273411"/>
                </a:lnTo>
                <a:lnTo>
                  <a:pt x="786906" y="1270376"/>
                </a:lnTo>
                <a:lnTo>
                  <a:pt x="765665" y="1266330"/>
                </a:lnTo>
                <a:lnTo>
                  <a:pt x="745436" y="1262285"/>
                </a:lnTo>
                <a:lnTo>
                  <a:pt x="725208" y="1256216"/>
                </a:lnTo>
                <a:lnTo>
                  <a:pt x="705990" y="1249136"/>
                </a:lnTo>
                <a:lnTo>
                  <a:pt x="686773" y="1242056"/>
                </a:lnTo>
                <a:lnTo>
                  <a:pt x="667555" y="1232953"/>
                </a:lnTo>
                <a:lnTo>
                  <a:pt x="649349" y="1223850"/>
                </a:lnTo>
                <a:lnTo>
                  <a:pt x="631143" y="1213735"/>
                </a:lnTo>
                <a:lnTo>
                  <a:pt x="613948" y="1202609"/>
                </a:lnTo>
                <a:lnTo>
                  <a:pt x="597765" y="1190472"/>
                </a:lnTo>
                <a:lnTo>
                  <a:pt x="581582" y="1178335"/>
                </a:lnTo>
                <a:lnTo>
                  <a:pt x="566410" y="1165186"/>
                </a:lnTo>
                <a:lnTo>
                  <a:pt x="551239" y="1151026"/>
                </a:lnTo>
                <a:lnTo>
                  <a:pt x="537078" y="1135854"/>
                </a:lnTo>
                <a:lnTo>
                  <a:pt x="523930" y="1120682"/>
                </a:lnTo>
                <a:lnTo>
                  <a:pt x="511792" y="1104499"/>
                </a:lnTo>
                <a:lnTo>
                  <a:pt x="499655" y="1088316"/>
                </a:lnTo>
                <a:lnTo>
                  <a:pt x="488529" y="1071121"/>
                </a:lnTo>
                <a:lnTo>
                  <a:pt x="478414" y="1052915"/>
                </a:lnTo>
                <a:lnTo>
                  <a:pt x="469311" y="1034709"/>
                </a:lnTo>
                <a:lnTo>
                  <a:pt x="460208" y="1015492"/>
                </a:lnTo>
                <a:lnTo>
                  <a:pt x="453128" y="996274"/>
                </a:lnTo>
                <a:lnTo>
                  <a:pt x="446048" y="977057"/>
                </a:lnTo>
                <a:lnTo>
                  <a:pt x="439979" y="956828"/>
                </a:lnTo>
                <a:lnTo>
                  <a:pt x="435934" y="936599"/>
                </a:lnTo>
                <a:lnTo>
                  <a:pt x="431888" y="915359"/>
                </a:lnTo>
                <a:lnTo>
                  <a:pt x="428854" y="894118"/>
                </a:lnTo>
                <a:lnTo>
                  <a:pt x="427842" y="872878"/>
                </a:lnTo>
                <a:lnTo>
                  <a:pt x="426831" y="850626"/>
                </a:lnTo>
                <a:lnTo>
                  <a:pt x="426831" y="850626"/>
                </a:lnTo>
                <a:lnTo>
                  <a:pt x="427842" y="829386"/>
                </a:lnTo>
                <a:lnTo>
                  <a:pt x="428854" y="807134"/>
                </a:lnTo>
                <a:lnTo>
                  <a:pt x="431888" y="785894"/>
                </a:lnTo>
                <a:lnTo>
                  <a:pt x="435934" y="765665"/>
                </a:lnTo>
                <a:lnTo>
                  <a:pt x="439979" y="744424"/>
                </a:lnTo>
                <a:lnTo>
                  <a:pt x="446048" y="724195"/>
                </a:lnTo>
                <a:lnTo>
                  <a:pt x="453128" y="704978"/>
                </a:lnTo>
                <a:lnTo>
                  <a:pt x="460208" y="685760"/>
                </a:lnTo>
                <a:lnTo>
                  <a:pt x="469311" y="666543"/>
                </a:lnTo>
                <a:lnTo>
                  <a:pt x="478414" y="648337"/>
                </a:lnTo>
                <a:lnTo>
                  <a:pt x="488529" y="631142"/>
                </a:lnTo>
                <a:lnTo>
                  <a:pt x="499655" y="613948"/>
                </a:lnTo>
                <a:lnTo>
                  <a:pt x="511792" y="596753"/>
                </a:lnTo>
                <a:lnTo>
                  <a:pt x="523930" y="580570"/>
                </a:lnTo>
                <a:lnTo>
                  <a:pt x="537078" y="565398"/>
                </a:lnTo>
                <a:lnTo>
                  <a:pt x="551239" y="550227"/>
                </a:lnTo>
                <a:lnTo>
                  <a:pt x="566410" y="537078"/>
                </a:lnTo>
                <a:lnTo>
                  <a:pt x="581582" y="522918"/>
                </a:lnTo>
                <a:lnTo>
                  <a:pt x="597765" y="510780"/>
                </a:lnTo>
                <a:lnTo>
                  <a:pt x="613948" y="498643"/>
                </a:lnTo>
                <a:lnTo>
                  <a:pt x="631143" y="487517"/>
                </a:lnTo>
                <a:lnTo>
                  <a:pt x="649349" y="477403"/>
                </a:lnTo>
                <a:lnTo>
                  <a:pt x="667555" y="468300"/>
                </a:lnTo>
                <a:lnTo>
                  <a:pt x="686773" y="459197"/>
                </a:lnTo>
                <a:lnTo>
                  <a:pt x="705990" y="452116"/>
                </a:lnTo>
                <a:lnTo>
                  <a:pt x="725208" y="445036"/>
                </a:lnTo>
                <a:lnTo>
                  <a:pt x="745436" y="439979"/>
                </a:lnTo>
                <a:lnTo>
                  <a:pt x="765665" y="434922"/>
                </a:lnTo>
                <a:lnTo>
                  <a:pt x="786906" y="430876"/>
                </a:lnTo>
                <a:lnTo>
                  <a:pt x="808146" y="428853"/>
                </a:lnTo>
                <a:lnTo>
                  <a:pt x="829387" y="426830"/>
                </a:lnTo>
                <a:lnTo>
                  <a:pt x="851638" y="425819"/>
                </a:lnTo>
                <a:lnTo>
                  <a:pt x="851638" y="425819"/>
                </a:lnTo>
                <a:lnTo>
                  <a:pt x="872879" y="426830"/>
                </a:lnTo>
                <a:lnTo>
                  <a:pt x="895131" y="428853"/>
                </a:lnTo>
                <a:lnTo>
                  <a:pt x="916371" y="430876"/>
                </a:lnTo>
                <a:lnTo>
                  <a:pt x="936600" y="434922"/>
                </a:lnTo>
                <a:lnTo>
                  <a:pt x="957840" y="439979"/>
                </a:lnTo>
                <a:lnTo>
                  <a:pt x="977058" y="445036"/>
                </a:lnTo>
                <a:lnTo>
                  <a:pt x="997287" y="452116"/>
                </a:lnTo>
                <a:lnTo>
                  <a:pt x="1016504" y="459197"/>
                </a:lnTo>
                <a:lnTo>
                  <a:pt x="1035722" y="468300"/>
                </a:lnTo>
                <a:lnTo>
                  <a:pt x="1053928" y="477403"/>
                </a:lnTo>
                <a:lnTo>
                  <a:pt x="1071122" y="487517"/>
                </a:lnTo>
                <a:lnTo>
                  <a:pt x="1088317" y="498643"/>
                </a:lnTo>
                <a:lnTo>
                  <a:pt x="1105512" y="510780"/>
                </a:lnTo>
                <a:lnTo>
                  <a:pt x="1121695" y="522918"/>
                </a:lnTo>
                <a:lnTo>
                  <a:pt x="1136866" y="537078"/>
                </a:lnTo>
                <a:lnTo>
                  <a:pt x="1151027" y="550227"/>
                </a:lnTo>
                <a:lnTo>
                  <a:pt x="1165187" y="565398"/>
                </a:lnTo>
                <a:lnTo>
                  <a:pt x="1179347" y="580570"/>
                </a:lnTo>
                <a:lnTo>
                  <a:pt x="1191485" y="596753"/>
                </a:lnTo>
                <a:lnTo>
                  <a:pt x="1203622" y="613948"/>
                </a:lnTo>
                <a:lnTo>
                  <a:pt x="1214748" y="631142"/>
                </a:lnTo>
                <a:lnTo>
                  <a:pt x="1224862" y="648337"/>
                </a:lnTo>
                <a:lnTo>
                  <a:pt x="1233965" y="666543"/>
                </a:lnTo>
                <a:lnTo>
                  <a:pt x="1242057" y="685760"/>
                </a:lnTo>
                <a:lnTo>
                  <a:pt x="1250149" y="704978"/>
                </a:lnTo>
                <a:lnTo>
                  <a:pt x="1257229" y="724195"/>
                </a:lnTo>
                <a:lnTo>
                  <a:pt x="1262286" y="744424"/>
                </a:lnTo>
                <a:lnTo>
                  <a:pt x="1267343" y="765665"/>
                </a:lnTo>
                <a:lnTo>
                  <a:pt x="1271389" y="785894"/>
                </a:lnTo>
                <a:lnTo>
                  <a:pt x="1273412" y="807134"/>
                </a:lnTo>
                <a:lnTo>
                  <a:pt x="1275435" y="829386"/>
                </a:lnTo>
                <a:lnTo>
                  <a:pt x="1275435" y="850626"/>
                </a:lnTo>
                <a:lnTo>
                  <a:pt x="1275435" y="850626"/>
                </a:lnTo>
                <a:lnTo>
                  <a:pt x="1275435" y="872878"/>
                </a:lnTo>
                <a:lnTo>
                  <a:pt x="1273412" y="894118"/>
                </a:lnTo>
                <a:lnTo>
                  <a:pt x="1271389" y="915359"/>
                </a:lnTo>
                <a:lnTo>
                  <a:pt x="1267343" y="936599"/>
                </a:lnTo>
                <a:lnTo>
                  <a:pt x="1262286" y="956828"/>
                </a:lnTo>
                <a:lnTo>
                  <a:pt x="1257229" y="977057"/>
                </a:lnTo>
                <a:lnTo>
                  <a:pt x="1250149" y="996274"/>
                </a:lnTo>
                <a:lnTo>
                  <a:pt x="1242057" y="1015492"/>
                </a:lnTo>
                <a:lnTo>
                  <a:pt x="1233965" y="1034709"/>
                </a:lnTo>
                <a:lnTo>
                  <a:pt x="1224862" y="1052915"/>
                </a:lnTo>
                <a:lnTo>
                  <a:pt x="1214748" y="1071121"/>
                </a:lnTo>
                <a:lnTo>
                  <a:pt x="1203622" y="1088316"/>
                </a:lnTo>
                <a:lnTo>
                  <a:pt x="1191485" y="1104499"/>
                </a:lnTo>
                <a:lnTo>
                  <a:pt x="1179347" y="1120682"/>
                </a:lnTo>
                <a:lnTo>
                  <a:pt x="1165187" y="1135854"/>
                </a:lnTo>
                <a:lnTo>
                  <a:pt x="1151027" y="1151026"/>
                </a:lnTo>
                <a:lnTo>
                  <a:pt x="1136866" y="1165186"/>
                </a:lnTo>
                <a:lnTo>
                  <a:pt x="1121695" y="1178335"/>
                </a:lnTo>
                <a:lnTo>
                  <a:pt x="1105512" y="1190472"/>
                </a:lnTo>
                <a:lnTo>
                  <a:pt x="1088317" y="1202609"/>
                </a:lnTo>
                <a:lnTo>
                  <a:pt x="1071122" y="1213735"/>
                </a:lnTo>
                <a:lnTo>
                  <a:pt x="1053928" y="1223850"/>
                </a:lnTo>
                <a:lnTo>
                  <a:pt x="1035722" y="1232953"/>
                </a:lnTo>
                <a:lnTo>
                  <a:pt x="1016504" y="1242056"/>
                </a:lnTo>
                <a:lnTo>
                  <a:pt x="997287" y="1249136"/>
                </a:lnTo>
                <a:lnTo>
                  <a:pt x="977058" y="1256216"/>
                </a:lnTo>
                <a:lnTo>
                  <a:pt x="957840" y="1262285"/>
                </a:lnTo>
                <a:lnTo>
                  <a:pt x="936600" y="1266330"/>
                </a:lnTo>
                <a:lnTo>
                  <a:pt x="916371" y="1270376"/>
                </a:lnTo>
                <a:lnTo>
                  <a:pt x="895131" y="1273411"/>
                </a:lnTo>
                <a:lnTo>
                  <a:pt x="872879" y="1274422"/>
                </a:lnTo>
                <a:lnTo>
                  <a:pt x="851638" y="1275433"/>
                </a:lnTo>
                <a:lnTo>
                  <a:pt x="851638" y="1275433"/>
                </a:lnTo>
                <a:close/>
                <a:moveTo>
                  <a:pt x="851638" y="433910"/>
                </a:moveTo>
                <a:lnTo>
                  <a:pt x="851638" y="433910"/>
                </a:lnTo>
                <a:lnTo>
                  <a:pt x="830398" y="434922"/>
                </a:lnTo>
                <a:lnTo>
                  <a:pt x="809158" y="436945"/>
                </a:lnTo>
                <a:lnTo>
                  <a:pt x="787917" y="438968"/>
                </a:lnTo>
                <a:lnTo>
                  <a:pt x="767688" y="443013"/>
                </a:lnTo>
                <a:lnTo>
                  <a:pt x="747459" y="447059"/>
                </a:lnTo>
                <a:lnTo>
                  <a:pt x="727230" y="453128"/>
                </a:lnTo>
                <a:lnTo>
                  <a:pt x="708013" y="459197"/>
                </a:lnTo>
                <a:lnTo>
                  <a:pt x="689807" y="467288"/>
                </a:lnTo>
                <a:lnTo>
                  <a:pt x="670589" y="475380"/>
                </a:lnTo>
                <a:lnTo>
                  <a:pt x="653395" y="484483"/>
                </a:lnTo>
                <a:lnTo>
                  <a:pt x="635189" y="494597"/>
                </a:lnTo>
                <a:lnTo>
                  <a:pt x="619006" y="505723"/>
                </a:lnTo>
                <a:lnTo>
                  <a:pt x="602822" y="516849"/>
                </a:lnTo>
                <a:lnTo>
                  <a:pt x="586639" y="529998"/>
                </a:lnTo>
                <a:lnTo>
                  <a:pt x="571468" y="542135"/>
                </a:lnTo>
                <a:lnTo>
                  <a:pt x="557307" y="556295"/>
                </a:lnTo>
                <a:lnTo>
                  <a:pt x="543147" y="570456"/>
                </a:lnTo>
                <a:lnTo>
                  <a:pt x="529998" y="585627"/>
                </a:lnTo>
                <a:lnTo>
                  <a:pt x="517861" y="601810"/>
                </a:lnTo>
                <a:lnTo>
                  <a:pt x="505724" y="617994"/>
                </a:lnTo>
                <a:lnTo>
                  <a:pt x="495609" y="635188"/>
                </a:lnTo>
                <a:lnTo>
                  <a:pt x="485495" y="652383"/>
                </a:lnTo>
                <a:lnTo>
                  <a:pt x="476392" y="670589"/>
                </a:lnTo>
                <a:lnTo>
                  <a:pt x="467289" y="688795"/>
                </a:lnTo>
                <a:lnTo>
                  <a:pt x="460208" y="708012"/>
                </a:lnTo>
                <a:lnTo>
                  <a:pt x="454140" y="727230"/>
                </a:lnTo>
                <a:lnTo>
                  <a:pt x="448071" y="746447"/>
                </a:lnTo>
                <a:lnTo>
                  <a:pt x="443014" y="766676"/>
                </a:lnTo>
                <a:lnTo>
                  <a:pt x="439979" y="786905"/>
                </a:lnTo>
                <a:lnTo>
                  <a:pt x="436945" y="808145"/>
                </a:lnTo>
                <a:lnTo>
                  <a:pt x="435934" y="829386"/>
                </a:lnTo>
                <a:lnTo>
                  <a:pt x="434922" y="850626"/>
                </a:lnTo>
                <a:lnTo>
                  <a:pt x="434922" y="850626"/>
                </a:lnTo>
                <a:lnTo>
                  <a:pt x="435934" y="871866"/>
                </a:lnTo>
                <a:lnTo>
                  <a:pt x="436945" y="893107"/>
                </a:lnTo>
                <a:lnTo>
                  <a:pt x="439979" y="914347"/>
                </a:lnTo>
                <a:lnTo>
                  <a:pt x="443014" y="934576"/>
                </a:lnTo>
                <a:lnTo>
                  <a:pt x="448071" y="954805"/>
                </a:lnTo>
                <a:lnTo>
                  <a:pt x="454140" y="974023"/>
                </a:lnTo>
                <a:lnTo>
                  <a:pt x="460208" y="994251"/>
                </a:lnTo>
                <a:lnTo>
                  <a:pt x="467289" y="1012457"/>
                </a:lnTo>
                <a:lnTo>
                  <a:pt x="476392" y="1030663"/>
                </a:lnTo>
                <a:lnTo>
                  <a:pt x="485495" y="1048870"/>
                </a:lnTo>
                <a:lnTo>
                  <a:pt x="495609" y="1066064"/>
                </a:lnTo>
                <a:lnTo>
                  <a:pt x="505724" y="1083259"/>
                </a:lnTo>
                <a:lnTo>
                  <a:pt x="517861" y="1099442"/>
                </a:lnTo>
                <a:lnTo>
                  <a:pt x="529998" y="1115625"/>
                </a:lnTo>
                <a:lnTo>
                  <a:pt x="543147" y="1130797"/>
                </a:lnTo>
                <a:lnTo>
                  <a:pt x="557307" y="1144957"/>
                </a:lnTo>
                <a:lnTo>
                  <a:pt x="571468" y="1159117"/>
                </a:lnTo>
                <a:lnTo>
                  <a:pt x="586639" y="1172266"/>
                </a:lnTo>
                <a:lnTo>
                  <a:pt x="602822" y="1184403"/>
                </a:lnTo>
                <a:lnTo>
                  <a:pt x="619006" y="1195529"/>
                </a:lnTo>
                <a:lnTo>
                  <a:pt x="635189" y="1206655"/>
                </a:lnTo>
                <a:lnTo>
                  <a:pt x="653395" y="1216770"/>
                </a:lnTo>
                <a:lnTo>
                  <a:pt x="670589" y="1225873"/>
                </a:lnTo>
                <a:lnTo>
                  <a:pt x="689807" y="1233964"/>
                </a:lnTo>
                <a:lnTo>
                  <a:pt x="708013" y="1242056"/>
                </a:lnTo>
                <a:lnTo>
                  <a:pt x="727230" y="1248124"/>
                </a:lnTo>
                <a:lnTo>
                  <a:pt x="747459" y="1254193"/>
                </a:lnTo>
                <a:lnTo>
                  <a:pt x="767688" y="1258239"/>
                </a:lnTo>
                <a:lnTo>
                  <a:pt x="787917" y="1262285"/>
                </a:lnTo>
                <a:lnTo>
                  <a:pt x="809158" y="1265319"/>
                </a:lnTo>
                <a:lnTo>
                  <a:pt x="830398" y="1266330"/>
                </a:lnTo>
                <a:lnTo>
                  <a:pt x="851638" y="1267342"/>
                </a:lnTo>
                <a:lnTo>
                  <a:pt x="851638" y="1267342"/>
                </a:lnTo>
                <a:lnTo>
                  <a:pt x="872879" y="1266330"/>
                </a:lnTo>
                <a:lnTo>
                  <a:pt x="894119" y="1265319"/>
                </a:lnTo>
                <a:lnTo>
                  <a:pt x="914348" y="1262285"/>
                </a:lnTo>
                <a:lnTo>
                  <a:pt x="935589" y="1258239"/>
                </a:lnTo>
                <a:lnTo>
                  <a:pt x="955817" y="1254193"/>
                </a:lnTo>
                <a:lnTo>
                  <a:pt x="975035" y="1248124"/>
                </a:lnTo>
                <a:lnTo>
                  <a:pt x="994252" y="1242056"/>
                </a:lnTo>
                <a:lnTo>
                  <a:pt x="1013470" y="1233964"/>
                </a:lnTo>
                <a:lnTo>
                  <a:pt x="1031676" y="1225873"/>
                </a:lnTo>
                <a:lnTo>
                  <a:pt x="1049882" y="1216770"/>
                </a:lnTo>
                <a:lnTo>
                  <a:pt x="1067077" y="1206655"/>
                </a:lnTo>
                <a:lnTo>
                  <a:pt x="1084271" y="1195529"/>
                </a:lnTo>
                <a:lnTo>
                  <a:pt x="1100454" y="1184403"/>
                </a:lnTo>
                <a:lnTo>
                  <a:pt x="1116638" y="1172266"/>
                </a:lnTo>
                <a:lnTo>
                  <a:pt x="1130798" y="1159117"/>
                </a:lnTo>
                <a:lnTo>
                  <a:pt x="1145970" y="1144957"/>
                </a:lnTo>
                <a:lnTo>
                  <a:pt x="1159118" y="1130797"/>
                </a:lnTo>
                <a:lnTo>
                  <a:pt x="1172267" y="1115625"/>
                </a:lnTo>
                <a:lnTo>
                  <a:pt x="1185416" y="1099442"/>
                </a:lnTo>
                <a:lnTo>
                  <a:pt x="1196542" y="1083259"/>
                </a:lnTo>
                <a:lnTo>
                  <a:pt x="1207668" y="1066064"/>
                </a:lnTo>
                <a:lnTo>
                  <a:pt x="1217782" y="1048870"/>
                </a:lnTo>
                <a:lnTo>
                  <a:pt x="1226885" y="1030663"/>
                </a:lnTo>
                <a:lnTo>
                  <a:pt x="1234977" y="1012457"/>
                </a:lnTo>
                <a:lnTo>
                  <a:pt x="1242057" y="994251"/>
                </a:lnTo>
                <a:lnTo>
                  <a:pt x="1249137" y="974023"/>
                </a:lnTo>
                <a:lnTo>
                  <a:pt x="1255206" y="954805"/>
                </a:lnTo>
                <a:lnTo>
                  <a:pt x="1259252" y="934576"/>
                </a:lnTo>
                <a:lnTo>
                  <a:pt x="1263297" y="914347"/>
                </a:lnTo>
                <a:lnTo>
                  <a:pt x="1265320" y="893107"/>
                </a:lnTo>
                <a:lnTo>
                  <a:pt x="1267343" y="871866"/>
                </a:lnTo>
                <a:lnTo>
                  <a:pt x="1267343" y="850626"/>
                </a:lnTo>
                <a:lnTo>
                  <a:pt x="1267343" y="850626"/>
                </a:lnTo>
                <a:lnTo>
                  <a:pt x="1267343" y="829386"/>
                </a:lnTo>
                <a:lnTo>
                  <a:pt x="1265320" y="808145"/>
                </a:lnTo>
                <a:lnTo>
                  <a:pt x="1263297" y="786905"/>
                </a:lnTo>
                <a:lnTo>
                  <a:pt x="1259252" y="766676"/>
                </a:lnTo>
                <a:lnTo>
                  <a:pt x="1255206" y="746447"/>
                </a:lnTo>
                <a:lnTo>
                  <a:pt x="1249137" y="727230"/>
                </a:lnTo>
                <a:lnTo>
                  <a:pt x="1242057" y="708012"/>
                </a:lnTo>
                <a:lnTo>
                  <a:pt x="1234977" y="688795"/>
                </a:lnTo>
                <a:lnTo>
                  <a:pt x="1226885" y="670589"/>
                </a:lnTo>
                <a:lnTo>
                  <a:pt x="1217782" y="652383"/>
                </a:lnTo>
                <a:lnTo>
                  <a:pt x="1207668" y="635188"/>
                </a:lnTo>
                <a:lnTo>
                  <a:pt x="1196542" y="617994"/>
                </a:lnTo>
                <a:lnTo>
                  <a:pt x="1185416" y="601810"/>
                </a:lnTo>
                <a:lnTo>
                  <a:pt x="1172267" y="585627"/>
                </a:lnTo>
                <a:lnTo>
                  <a:pt x="1159118" y="570456"/>
                </a:lnTo>
                <a:lnTo>
                  <a:pt x="1145970" y="556295"/>
                </a:lnTo>
                <a:lnTo>
                  <a:pt x="1130798" y="542135"/>
                </a:lnTo>
                <a:lnTo>
                  <a:pt x="1116638" y="529998"/>
                </a:lnTo>
                <a:lnTo>
                  <a:pt x="1100454" y="516849"/>
                </a:lnTo>
                <a:lnTo>
                  <a:pt x="1084271" y="505723"/>
                </a:lnTo>
                <a:lnTo>
                  <a:pt x="1067077" y="494597"/>
                </a:lnTo>
                <a:lnTo>
                  <a:pt x="1049882" y="484483"/>
                </a:lnTo>
                <a:lnTo>
                  <a:pt x="1031676" y="475380"/>
                </a:lnTo>
                <a:lnTo>
                  <a:pt x="1013470" y="467288"/>
                </a:lnTo>
                <a:lnTo>
                  <a:pt x="994252" y="459197"/>
                </a:lnTo>
                <a:lnTo>
                  <a:pt x="975035" y="453128"/>
                </a:lnTo>
                <a:lnTo>
                  <a:pt x="955817" y="447059"/>
                </a:lnTo>
                <a:lnTo>
                  <a:pt x="935589" y="443013"/>
                </a:lnTo>
                <a:lnTo>
                  <a:pt x="914348" y="438968"/>
                </a:lnTo>
                <a:lnTo>
                  <a:pt x="894119" y="436945"/>
                </a:lnTo>
                <a:lnTo>
                  <a:pt x="872879" y="434922"/>
                </a:lnTo>
                <a:lnTo>
                  <a:pt x="851638" y="433910"/>
                </a:lnTo>
                <a:lnTo>
                  <a:pt x="851638" y="433910"/>
                </a:lnTo>
                <a:close/>
              </a:path>
            </a:pathLst>
          </a:custGeom>
          <a:solidFill>
            <a:srgbClr val="D8D8D8"/>
          </a:solidFill>
          <a:ln cap="flat" cmpd="sng" w="9525">
            <a:solidFill>
              <a:srgbClr val="174D9D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 txBox="1"/>
          <p:nvPr/>
        </p:nvSpPr>
        <p:spPr>
          <a:xfrm>
            <a:off x="2514761" y="3164816"/>
            <a:ext cx="13599665" cy="3718967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4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В ходе тестирования было обнаружено </a:t>
            </a:r>
            <a:r>
              <a:rPr b="1" lang="ru-RU" sz="4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r>
              <a:rPr b="0" lang="ru-RU" sz="4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отклонения.  Они были занесены в Google документ, по шаблону баг-репорта.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3500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  <a:t>Ссылка на отчёт по багам: </a:t>
            </a:r>
            <a:r>
              <a:rPr b="0" lang="ru-RU" sz="2000" u="sng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https://docs.google.com/document/d/11yI9htLHEWmJtljIf_mq4YRwk2tIUUlQ/edit</a:t>
            </a:r>
            <a:endParaRPr b="1"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6" name="Google Shape;166;p8"/>
          <p:cNvSpPr txBox="1"/>
          <p:nvPr/>
        </p:nvSpPr>
        <p:spPr>
          <a:xfrm>
            <a:off x="2816143" y="1798429"/>
            <a:ext cx="10342500" cy="13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183515" rtl="0" algn="l">
              <a:lnSpc>
                <a:spcPct val="100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8800">
                <a:solidFill>
                  <a:srgbClr val="174D9D"/>
                </a:solidFill>
                <a:latin typeface="Poppins"/>
                <a:ea typeface="Poppins"/>
                <a:cs typeface="Poppins"/>
                <a:sym typeface="Poppins"/>
              </a:rPr>
              <a:t>Баги</a:t>
            </a:r>
            <a:endParaRPr b="1" sz="8800">
              <a:solidFill>
                <a:srgbClr val="174D9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-1953934" y="6141947"/>
            <a:ext cx="4842277" cy="4843229"/>
          </a:xfrm>
          <a:custGeom>
            <a:rect b="b" l="l" r="r" t="t"/>
            <a:pathLst>
              <a:path extrusionOk="0" h="1694172" w="1694174">
                <a:moveTo>
                  <a:pt x="1655739" y="663508"/>
                </a:moveTo>
                <a:lnTo>
                  <a:pt x="1532342" y="663508"/>
                </a:lnTo>
                <a:lnTo>
                  <a:pt x="1532342" y="663508"/>
                </a:lnTo>
                <a:lnTo>
                  <a:pt x="1526273" y="663508"/>
                </a:lnTo>
                <a:lnTo>
                  <a:pt x="1520205" y="661485"/>
                </a:lnTo>
                <a:lnTo>
                  <a:pt x="1515147" y="659463"/>
                </a:lnTo>
                <a:lnTo>
                  <a:pt x="1510090" y="656428"/>
                </a:lnTo>
                <a:lnTo>
                  <a:pt x="1506044" y="652382"/>
                </a:lnTo>
                <a:lnTo>
                  <a:pt x="1501999" y="648337"/>
                </a:lnTo>
                <a:lnTo>
                  <a:pt x="1498964" y="643279"/>
                </a:lnTo>
                <a:lnTo>
                  <a:pt x="1495930" y="637211"/>
                </a:lnTo>
                <a:lnTo>
                  <a:pt x="1495930" y="637211"/>
                </a:lnTo>
                <a:lnTo>
                  <a:pt x="1486827" y="610913"/>
                </a:lnTo>
                <a:lnTo>
                  <a:pt x="1476712" y="584616"/>
                </a:lnTo>
                <a:lnTo>
                  <a:pt x="1466598" y="560341"/>
                </a:lnTo>
                <a:lnTo>
                  <a:pt x="1454461" y="535055"/>
                </a:lnTo>
                <a:lnTo>
                  <a:pt x="1454461" y="535055"/>
                </a:lnTo>
                <a:lnTo>
                  <a:pt x="1451426" y="528986"/>
                </a:lnTo>
                <a:lnTo>
                  <a:pt x="1450415" y="523929"/>
                </a:lnTo>
                <a:lnTo>
                  <a:pt x="1450415" y="517860"/>
                </a:lnTo>
                <a:lnTo>
                  <a:pt x="1450415" y="511791"/>
                </a:lnTo>
                <a:lnTo>
                  <a:pt x="1452438" y="505723"/>
                </a:lnTo>
                <a:lnTo>
                  <a:pt x="1454461" y="500666"/>
                </a:lnTo>
                <a:lnTo>
                  <a:pt x="1457495" y="495608"/>
                </a:lnTo>
                <a:lnTo>
                  <a:pt x="1461541" y="490551"/>
                </a:lnTo>
                <a:lnTo>
                  <a:pt x="1548525" y="403567"/>
                </a:lnTo>
                <a:lnTo>
                  <a:pt x="1548525" y="403567"/>
                </a:lnTo>
                <a:lnTo>
                  <a:pt x="1552571" y="397498"/>
                </a:lnTo>
                <a:lnTo>
                  <a:pt x="1556617" y="391429"/>
                </a:lnTo>
                <a:lnTo>
                  <a:pt x="1558640" y="384349"/>
                </a:lnTo>
                <a:lnTo>
                  <a:pt x="1559651" y="377269"/>
                </a:lnTo>
                <a:lnTo>
                  <a:pt x="1558640" y="370189"/>
                </a:lnTo>
                <a:lnTo>
                  <a:pt x="1556617" y="363109"/>
                </a:lnTo>
                <a:lnTo>
                  <a:pt x="1552571" y="356029"/>
                </a:lnTo>
                <a:lnTo>
                  <a:pt x="1548525" y="349960"/>
                </a:lnTo>
                <a:lnTo>
                  <a:pt x="1343201" y="145648"/>
                </a:lnTo>
                <a:lnTo>
                  <a:pt x="1343201" y="145648"/>
                </a:lnTo>
                <a:lnTo>
                  <a:pt x="1337133" y="140591"/>
                </a:lnTo>
                <a:lnTo>
                  <a:pt x="1331064" y="136545"/>
                </a:lnTo>
                <a:lnTo>
                  <a:pt x="1323984" y="134522"/>
                </a:lnTo>
                <a:lnTo>
                  <a:pt x="1316904" y="134522"/>
                </a:lnTo>
                <a:lnTo>
                  <a:pt x="1308812" y="134522"/>
                </a:lnTo>
                <a:lnTo>
                  <a:pt x="1301732" y="136545"/>
                </a:lnTo>
                <a:lnTo>
                  <a:pt x="1295663" y="140591"/>
                </a:lnTo>
                <a:lnTo>
                  <a:pt x="1289595" y="145648"/>
                </a:lnTo>
                <a:lnTo>
                  <a:pt x="1202610" y="231621"/>
                </a:lnTo>
                <a:lnTo>
                  <a:pt x="1202610" y="231621"/>
                </a:lnTo>
                <a:lnTo>
                  <a:pt x="1198565" y="235667"/>
                </a:lnTo>
                <a:lnTo>
                  <a:pt x="1193507" y="239713"/>
                </a:lnTo>
                <a:lnTo>
                  <a:pt x="1187439" y="241735"/>
                </a:lnTo>
                <a:lnTo>
                  <a:pt x="1181370" y="242747"/>
                </a:lnTo>
                <a:lnTo>
                  <a:pt x="1176313" y="243758"/>
                </a:lnTo>
                <a:lnTo>
                  <a:pt x="1170244" y="242747"/>
                </a:lnTo>
                <a:lnTo>
                  <a:pt x="1164175" y="241735"/>
                </a:lnTo>
                <a:lnTo>
                  <a:pt x="1158107" y="239713"/>
                </a:lnTo>
                <a:lnTo>
                  <a:pt x="1158107" y="239713"/>
                </a:lnTo>
                <a:lnTo>
                  <a:pt x="1133832" y="227575"/>
                </a:lnTo>
                <a:lnTo>
                  <a:pt x="1108546" y="216449"/>
                </a:lnTo>
                <a:lnTo>
                  <a:pt x="1082248" y="206335"/>
                </a:lnTo>
                <a:lnTo>
                  <a:pt x="1055950" y="197232"/>
                </a:lnTo>
                <a:lnTo>
                  <a:pt x="1055950" y="197232"/>
                </a:lnTo>
                <a:lnTo>
                  <a:pt x="1050893" y="195209"/>
                </a:lnTo>
                <a:lnTo>
                  <a:pt x="1045836" y="192175"/>
                </a:lnTo>
                <a:lnTo>
                  <a:pt x="1040779" y="188129"/>
                </a:lnTo>
                <a:lnTo>
                  <a:pt x="1036733" y="183072"/>
                </a:lnTo>
                <a:lnTo>
                  <a:pt x="1033699" y="179026"/>
                </a:lnTo>
                <a:lnTo>
                  <a:pt x="1031676" y="172957"/>
                </a:lnTo>
                <a:lnTo>
                  <a:pt x="1029653" y="166888"/>
                </a:lnTo>
                <a:lnTo>
                  <a:pt x="1029653" y="160820"/>
                </a:lnTo>
                <a:lnTo>
                  <a:pt x="1029653" y="37423"/>
                </a:lnTo>
                <a:lnTo>
                  <a:pt x="1029653" y="37423"/>
                </a:lnTo>
                <a:lnTo>
                  <a:pt x="1028641" y="30343"/>
                </a:lnTo>
                <a:lnTo>
                  <a:pt x="1026619" y="23263"/>
                </a:lnTo>
                <a:lnTo>
                  <a:pt x="1023584" y="16183"/>
                </a:lnTo>
                <a:lnTo>
                  <a:pt x="1018527" y="11126"/>
                </a:lnTo>
                <a:lnTo>
                  <a:pt x="1012458" y="6069"/>
                </a:lnTo>
                <a:lnTo>
                  <a:pt x="1006390" y="3034"/>
                </a:lnTo>
                <a:lnTo>
                  <a:pt x="999309" y="0"/>
                </a:lnTo>
                <a:lnTo>
                  <a:pt x="991218" y="0"/>
                </a:lnTo>
                <a:lnTo>
                  <a:pt x="701944" y="0"/>
                </a:lnTo>
                <a:lnTo>
                  <a:pt x="701944" y="0"/>
                </a:lnTo>
                <a:lnTo>
                  <a:pt x="694864" y="0"/>
                </a:lnTo>
                <a:lnTo>
                  <a:pt x="686772" y="3034"/>
                </a:lnTo>
                <a:lnTo>
                  <a:pt x="680704" y="6069"/>
                </a:lnTo>
                <a:lnTo>
                  <a:pt x="675646" y="11126"/>
                </a:lnTo>
                <a:lnTo>
                  <a:pt x="670589" y="16183"/>
                </a:lnTo>
                <a:lnTo>
                  <a:pt x="666543" y="23263"/>
                </a:lnTo>
                <a:lnTo>
                  <a:pt x="664520" y="30343"/>
                </a:lnTo>
                <a:lnTo>
                  <a:pt x="663509" y="37423"/>
                </a:lnTo>
                <a:lnTo>
                  <a:pt x="663509" y="160820"/>
                </a:lnTo>
                <a:lnTo>
                  <a:pt x="663509" y="160820"/>
                </a:lnTo>
                <a:lnTo>
                  <a:pt x="663509" y="166888"/>
                </a:lnTo>
                <a:lnTo>
                  <a:pt x="662498" y="172957"/>
                </a:lnTo>
                <a:lnTo>
                  <a:pt x="659463" y="179026"/>
                </a:lnTo>
                <a:lnTo>
                  <a:pt x="656429" y="183072"/>
                </a:lnTo>
                <a:lnTo>
                  <a:pt x="652383" y="188129"/>
                </a:lnTo>
                <a:lnTo>
                  <a:pt x="648337" y="192175"/>
                </a:lnTo>
                <a:lnTo>
                  <a:pt x="643280" y="195209"/>
                </a:lnTo>
                <a:lnTo>
                  <a:pt x="637211" y="197232"/>
                </a:lnTo>
                <a:lnTo>
                  <a:pt x="637211" y="197232"/>
                </a:lnTo>
                <a:lnTo>
                  <a:pt x="610914" y="206335"/>
                </a:lnTo>
                <a:lnTo>
                  <a:pt x="585628" y="216449"/>
                </a:lnTo>
                <a:lnTo>
                  <a:pt x="560341" y="227575"/>
                </a:lnTo>
                <a:lnTo>
                  <a:pt x="535055" y="239713"/>
                </a:lnTo>
                <a:lnTo>
                  <a:pt x="535055" y="239713"/>
                </a:lnTo>
                <a:lnTo>
                  <a:pt x="529998" y="241735"/>
                </a:lnTo>
                <a:lnTo>
                  <a:pt x="523929" y="242747"/>
                </a:lnTo>
                <a:lnTo>
                  <a:pt x="517861" y="243758"/>
                </a:lnTo>
                <a:lnTo>
                  <a:pt x="511792" y="242747"/>
                </a:lnTo>
                <a:lnTo>
                  <a:pt x="505723" y="241735"/>
                </a:lnTo>
                <a:lnTo>
                  <a:pt x="500666" y="239713"/>
                </a:lnTo>
                <a:lnTo>
                  <a:pt x="495609" y="235667"/>
                </a:lnTo>
                <a:lnTo>
                  <a:pt x="490552" y="231621"/>
                </a:lnTo>
                <a:lnTo>
                  <a:pt x="403567" y="145648"/>
                </a:lnTo>
                <a:lnTo>
                  <a:pt x="403567" y="145648"/>
                </a:lnTo>
                <a:lnTo>
                  <a:pt x="398510" y="140591"/>
                </a:lnTo>
                <a:lnTo>
                  <a:pt x="391430" y="136545"/>
                </a:lnTo>
                <a:lnTo>
                  <a:pt x="384350" y="134522"/>
                </a:lnTo>
                <a:lnTo>
                  <a:pt x="377269" y="134522"/>
                </a:lnTo>
                <a:lnTo>
                  <a:pt x="370189" y="134522"/>
                </a:lnTo>
                <a:lnTo>
                  <a:pt x="363109" y="136545"/>
                </a:lnTo>
                <a:lnTo>
                  <a:pt x="356029" y="140591"/>
                </a:lnTo>
                <a:lnTo>
                  <a:pt x="349960" y="145648"/>
                </a:lnTo>
                <a:lnTo>
                  <a:pt x="145648" y="349960"/>
                </a:lnTo>
                <a:lnTo>
                  <a:pt x="145648" y="349960"/>
                </a:lnTo>
                <a:lnTo>
                  <a:pt x="140591" y="356029"/>
                </a:lnTo>
                <a:lnTo>
                  <a:pt x="137557" y="363109"/>
                </a:lnTo>
                <a:lnTo>
                  <a:pt x="135534" y="370189"/>
                </a:lnTo>
                <a:lnTo>
                  <a:pt x="134522" y="377269"/>
                </a:lnTo>
                <a:lnTo>
                  <a:pt x="135534" y="384349"/>
                </a:lnTo>
                <a:lnTo>
                  <a:pt x="137557" y="391429"/>
                </a:lnTo>
                <a:lnTo>
                  <a:pt x="140591" y="397498"/>
                </a:lnTo>
                <a:lnTo>
                  <a:pt x="145648" y="403567"/>
                </a:lnTo>
                <a:lnTo>
                  <a:pt x="232633" y="490551"/>
                </a:lnTo>
                <a:lnTo>
                  <a:pt x="232633" y="490551"/>
                </a:lnTo>
                <a:lnTo>
                  <a:pt x="235667" y="495608"/>
                </a:lnTo>
                <a:lnTo>
                  <a:pt x="239713" y="500666"/>
                </a:lnTo>
                <a:lnTo>
                  <a:pt x="241736" y="505723"/>
                </a:lnTo>
                <a:lnTo>
                  <a:pt x="242747" y="511791"/>
                </a:lnTo>
                <a:lnTo>
                  <a:pt x="243758" y="517860"/>
                </a:lnTo>
                <a:lnTo>
                  <a:pt x="243758" y="523929"/>
                </a:lnTo>
                <a:lnTo>
                  <a:pt x="241736" y="528986"/>
                </a:lnTo>
                <a:lnTo>
                  <a:pt x="239713" y="535055"/>
                </a:lnTo>
                <a:lnTo>
                  <a:pt x="239713" y="535055"/>
                </a:lnTo>
                <a:lnTo>
                  <a:pt x="227575" y="560341"/>
                </a:lnTo>
                <a:lnTo>
                  <a:pt x="216449" y="584616"/>
                </a:lnTo>
                <a:lnTo>
                  <a:pt x="206335" y="610913"/>
                </a:lnTo>
                <a:lnTo>
                  <a:pt x="197232" y="637211"/>
                </a:lnTo>
                <a:lnTo>
                  <a:pt x="197232" y="637211"/>
                </a:lnTo>
                <a:lnTo>
                  <a:pt x="195209" y="643279"/>
                </a:lnTo>
                <a:lnTo>
                  <a:pt x="192175" y="648337"/>
                </a:lnTo>
                <a:lnTo>
                  <a:pt x="188129" y="652382"/>
                </a:lnTo>
                <a:lnTo>
                  <a:pt x="184083" y="656428"/>
                </a:lnTo>
                <a:lnTo>
                  <a:pt x="179026" y="659463"/>
                </a:lnTo>
                <a:lnTo>
                  <a:pt x="172957" y="661485"/>
                </a:lnTo>
                <a:lnTo>
                  <a:pt x="167900" y="663508"/>
                </a:lnTo>
                <a:lnTo>
                  <a:pt x="161831" y="663508"/>
                </a:lnTo>
                <a:lnTo>
                  <a:pt x="37423" y="663508"/>
                </a:lnTo>
                <a:lnTo>
                  <a:pt x="37423" y="663508"/>
                </a:lnTo>
                <a:lnTo>
                  <a:pt x="30343" y="664520"/>
                </a:lnTo>
                <a:lnTo>
                  <a:pt x="23263" y="666543"/>
                </a:lnTo>
                <a:lnTo>
                  <a:pt x="16183" y="670589"/>
                </a:lnTo>
                <a:lnTo>
                  <a:pt x="11126" y="674634"/>
                </a:lnTo>
                <a:lnTo>
                  <a:pt x="6068" y="680703"/>
                </a:lnTo>
                <a:lnTo>
                  <a:pt x="3034" y="686772"/>
                </a:lnTo>
                <a:lnTo>
                  <a:pt x="1011" y="693852"/>
                </a:lnTo>
                <a:lnTo>
                  <a:pt x="0" y="701943"/>
                </a:lnTo>
                <a:lnTo>
                  <a:pt x="0" y="991217"/>
                </a:lnTo>
                <a:lnTo>
                  <a:pt x="0" y="991217"/>
                </a:lnTo>
                <a:lnTo>
                  <a:pt x="1011" y="999308"/>
                </a:lnTo>
                <a:lnTo>
                  <a:pt x="3034" y="1006389"/>
                </a:lnTo>
                <a:lnTo>
                  <a:pt x="6068" y="1012457"/>
                </a:lnTo>
                <a:lnTo>
                  <a:pt x="11126" y="1018526"/>
                </a:lnTo>
                <a:lnTo>
                  <a:pt x="16183" y="1022572"/>
                </a:lnTo>
                <a:lnTo>
                  <a:pt x="23263" y="1026617"/>
                </a:lnTo>
                <a:lnTo>
                  <a:pt x="30343" y="1028640"/>
                </a:lnTo>
                <a:lnTo>
                  <a:pt x="37423" y="1029652"/>
                </a:lnTo>
                <a:lnTo>
                  <a:pt x="161831" y="1029652"/>
                </a:lnTo>
                <a:lnTo>
                  <a:pt x="161831" y="1029652"/>
                </a:lnTo>
                <a:lnTo>
                  <a:pt x="167900" y="1029652"/>
                </a:lnTo>
                <a:lnTo>
                  <a:pt x="172957" y="1031675"/>
                </a:lnTo>
                <a:lnTo>
                  <a:pt x="179026" y="1033698"/>
                </a:lnTo>
                <a:lnTo>
                  <a:pt x="184083" y="1036732"/>
                </a:lnTo>
                <a:lnTo>
                  <a:pt x="188129" y="1040778"/>
                </a:lnTo>
                <a:lnTo>
                  <a:pt x="192175" y="1045835"/>
                </a:lnTo>
                <a:lnTo>
                  <a:pt x="195209" y="1050892"/>
                </a:lnTo>
                <a:lnTo>
                  <a:pt x="197232" y="1055949"/>
                </a:lnTo>
                <a:lnTo>
                  <a:pt x="197232" y="1055949"/>
                </a:lnTo>
                <a:lnTo>
                  <a:pt x="206335" y="1082247"/>
                </a:lnTo>
                <a:lnTo>
                  <a:pt x="216449" y="1108545"/>
                </a:lnTo>
                <a:lnTo>
                  <a:pt x="227575" y="1133831"/>
                </a:lnTo>
                <a:lnTo>
                  <a:pt x="239713" y="1158105"/>
                </a:lnTo>
                <a:lnTo>
                  <a:pt x="239713" y="1158105"/>
                </a:lnTo>
                <a:lnTo>
                  <a:pt x="241736" y="1164174"/>
                </a:lnTo>
                <a:lnTo>
                  <a:pt x="243758" y="1170243"/>
                </a:lnTo>
                <a:lnTo>
                  <a:pt x="243758" y="1175300"/>
                </a:lnTo>
                <a:lnTo>
                  <a:pt x="242747" y="1181369"/>
                </a:lnTo>
                <a:lnTo>
                  <a:pt x="241736" y="1187437"/>
                </a:lnTo>
                <a:lnTo>
                  <a:pt x="239713" y="1192495"/>
                </a:lnTo>
                <a:lnTo>
                  <a:pt x="235667" y="1198563"/>
                </a:lnTo>
                <a:lnTo>
                  <a:pt x="232633" y="1202609"/>
                </a:lnTo>
                <a:lnTo>
                  <a:pt x="145648" y="1289593"/>
                </a:lnTo>
                <a:lnTo>
                  <a:pt x="145648" y="1289593"/>
                </a:lnTo>
                <a:lnTo>
                  <a:pt x="140591" y="1295662"/>
                </a:lnTo>
                <a:lnTo>
                  <a:pt x="137557" y="1301731"/>
                </a:lnTo>
                <a:lnTo>
                  <a:pt x="135534" y="1308811"/>
                </a:lnTo>
                <a:lnTo>
                  <a:pt x="134522" y="1315891"/>
                </a:lnTo>
                <a:lnTo>
                  <a:pt x="135534" y="1323983"/>
                </a:lnTo>
                <a:lnTo>
                  <a:pt x="137557" y="1331063"/>
                </a:lnTo>
                <a:lnTo>
                  <a:pt x="140591" y="1337131"/>
                </a:lnTo>
                <a:lnTo>
                  <a:pt x="145648" y="1343200"/>
                </a:lnTo>
                <a:lnTo>
                  <a:pt x="349960" y="1547512"/>
                </a:lnTo>
                <a:lnTo>
                  <a:pt x="349960" y="1547512"/>
                </a:lnTo>
                <a:lnTo>
                  <a:pt x="356029" y="1552569"/>
                </a:lnTo>
                <a:lnTo>
                  <a:pt x="363109" y="1556615"/>
                </a:lnTo>
                <a:lnTo>
                  <a:pt x="370189" y="1558638"/>
                </a:lnTo>
                <a:lnTo>
                  <a:pt x="377269" y="1558638"/>
                </a:lnTo>
                <a:lnTo>
                  <a:pt x="384350" y="1558638"/>
                </a:lnTo>
                <a:lnTo>
                  <a:pt x="391430" y="1556615"/>
                </a:lnTo>
                <a:lnTo>
                  <a:pt x="398510" y="1552569"/>
                </a:lnTo>
                <a:lnTo>
                  <a:pt x="403567" y="1547512"/>
                </a:lnTo>
                <a:lnTo>
                  <a:pt x="490552" y="1461539"/>
                </a:lnTo>
                <a:lnTo>
                  <a:pt x="490552" y="1461539"/>
                </a:lnTo>
                <a:lnTo>
                  <a:pt x="495609" y="1457493"/>
                </a:lnTo>
                <a:lnTo>
                  <a:pt x="500666" y="1454459"/>
                </a:lnTo>
                <a:lnTo>
                  <a:pt x="505723" y="1451425"/>
                </a:lnTo>
                <a:lnTo>
                  <a:pt x="511792" y="1450413"/>
                </a:lnTo>
                <a:lnTo>
                  <a:pt x="517861" y="1449402"/>
                </a:lnTo>
                <a:lnTo>
                  <a:pt x="523929" y="1450413"/>
                </a:lnTo>
                <a:lnTo>
                  <a:pt x="529998" y="1451425"/>
                </a:lnTo>
                <a:lnTo>
                  <a:pt x="535055" y="1453448"/>
                </a:lnTo>
                <a:lnTo>
                  <a:pt x="535055" y="1453448"/>
                </a:lnTo>
                <a:lnTo>
                  <a:pt x="560341" y="1465585"/>
                </a:lnTo>
                <a:lnTo>
                  <a:pt x="585628" y="1476711"/>
                </a:lnTo>
                <a:lnTo>
                  <a:pt x="610914" y="1486825"/>
                </a:lnTo>
                <a:lnTo>
                  <a:pt x="637211" y="1495928"/>
                </a:lnTo>
                <a:lnTo>
                  <a:pt x="637211" y="1495928"/>
                </a:lnTo>
                <a:lnTo>
                  <a:pt x="643280" y="1498963"/>
                </a:lnTo>
                <a:lnTo>
                  <a:pt x="648337" y="1501997"/>
                </a:lnTo>
                <a:lnTo>
                  <a:pt x="652383" y="1505031"/>
                </a:lnTo>
                <a:lnTo>
                  <a:pt x="656429" y="1510089"/>
                </a:lnTo>
                <a:lnTo>
                  <a:pt x="659463" y="1515146"/>
                </a:lnTo>
                <a:lnTo>
                  <a:pt x="662498" y="1520203"/>
                </a:lnTo>
                <a:lnTo>
                  <a:pt x="663509" y="1526272"/>
                </a:lnTo>
                <a:lnTo>
                  <a:pt x="663509" y="1532340"/>
                </a:lnTo>
                <a:lnTo>
                  <a:pt x="663509" y="1655737"/>
                </a:lnTo>
                <a:lnTo>
                  <a:pt x="663509" y="1655737"/>
                </a:lnTo>
                <a:lnTo>
                  <a:pt x="664520" y="1662817"/>
                </a:lnTo>
                <a:lnTo>
                  <a:pt x="666543" y="1670909"/>
                </a:lnTo>
                <a:lnTo>
                  <a:pt x="670589" y="1676977"/>
                </a:lnTo>
                <a:lnTo>
                  <a:pt x="675646" y="1683046"/>
                </a:lnTo>
                <a:lnTo>
                  <a:pt x="680704" y="1687092"/>
                </a:lnTo>
                <a:lnTo>
                  <a:pt x="686772" y="1691137"/>
                </a:lnTo>
                <a:lnTo>
                  <a:pt x="694864" y="1693160"/>
                </a:lnTo>
                <a:lnTo>
                  <a:pt x="701944" y="1694172"/>
                </a:lnTo>
                <a:lnTo>
                  <a:pt x="991218" y="1694172"/>
                </a:lnTo>
                <a:lnTo>
                  <a:pt x="991218" y="1694172"/>
                </a:lnTo>
                <a:lnTo>
                  <a:pt x="999309" y="1693160"/>
                </a:lnTo>
                <a:lnTo>
                  <a:pt x="1006390" y="1691137"/>
                </a:lnTo>
                <a:lnTo>
                  <a:pt x="1012458" y="1687092"/>
                </a:lnTo>
                <a:lnTo>
                  <a:pt x="1018527" y="1683046"/>
                </a:lnTo>
                <a:lnTo>
                  <a:pt x="1023584" y="1676977"/>
                </a:lnTo>
                <a:lnTo>
                  <a:pt x="1026619" y="1670909"/>
                </a:lnTo>
                <a:lnTo>
                  <a:pt x="1028641" y="1662817"/>
                </a:lnTo>
                <a:lnTo>
                  <a:pt x="1029653" y="1655737"/>
                </a:lnTo>
                <a:lnTo>
                  <a:pt x="1029653" y="1532340"/>
                </a:lnTo>
                <a:lnTo>
                  <a:pt x="1029653" y="1532340"/>
                </a:lnTo>
                <a:lnTo>
                  <a:pt x="1029653" y="1526272"/>
                </a:lnTo>
                <a:lnTo>
                  <a:pt x="1031676" y="1520203"/>
                </a:lnTo>
                <a:lnTo>
                  <a:pt x="1033699" y="1515146"/>
                </a:lnTo>
                <a:lnTo>
                  <a:pt x="1036733" y="1510089"/>
                </a:lnTo>
                <a:lnTo>
                  <a:pt x="1040779" y="1505031"/>
                </a:lnTo>
                <a:lnTo>
                  <a:pt x="1045836" y="1501997"/>
                </a:lnTo>
                <a:lnTo>
                  <a:pt x="1050893" y="1498963"/>
                </a:lnTo>
                <a:lnTo>
                  <a:pt x="1055950" y="1495928"/>
                </a:lnTo>
                <a:lnTo>
                  <a:pt x="1055950" y="1495928"/>
                </a:lnTo>
                <a:lnTo>
                  <a:pt x="1082248" y="1486825"/>
                </a:lnTo>
                <a:lnTo>
                  <a:pt x="1108546" y="1476711"/>
                </a:lnTo>
                <a:lnTo>
                  <a:pt x="1133832" y="1465585"/>
                </a:lnTo>
                <a:lnTo>
                  <a:pt x="1158107" y="1453448"/>
                </a:lnTo>
                <a:lnTo>
                  <a:pt x="1158107" y="1453448"/>
                </a:lnTo>
                <a:lnTo>
                  <a:pt x="1164175" y="1451425"/>
                </a:lnTo>
                <a:lnTo>
                  <a:pt x="1170244" y="1450413"/>
                </a:lnTo>
                <a:lnTo>
                  <a:pt x="1176313" y="1449402"/>
                </a:lnTo>
                <a:lnTo>
                  <a:pt x="1181370" y="1450413"/>
                </a:lnTo>
                <a:lnTo>
                  <a:pt x="1187439" y="1451425"/>
                </a:lnTo>
                <a:lnTo>
                  <a:pt x="1193507" y="1454459"/>
                </a:lnTo>
                <a:lnTo>
                  <a:pt x="1198565" y="1457493"/>
                </a:lnTo>
                <a:lnTo>
                  <a:pt x="1202610" y="1461539"/>
                </a:lnTo>
                <a:lnTo>
                  <a:pt x="1289595" y="1547512"/>
                </a:lnTo>
                <a:lnTo>
                  <a:pt x="1289595" y="1547512"/>
                </a:lnTo>
                <a:lnTo>
                  <a:pt x="1295663" y="1552569"/>
                </a:lnTo>
                <a:lnTo>
                  <a:pt x="1301732" y="1556615"/>
                </a:lnTo>
                <a:lnTo>
                  <a:pt x="1308812" y="1558638"/>
                </a:lnTo>
                <a:lnTo>
                  <a:pt x="1316904" y="1558638"/>
                </a:lnTo>
                <a:lnTo>
                  <a:pt x="1323984" y="1558638"/>
                </a:lnTo>
                <a:lnTo>
                  <a:pt x="1331064" y="1556615"/>
                </a:lnTo>
                <a:lnTo>
                  <a:pt x="1337133" y="1552569"/>
                </a:lnTo>
                <a:lnTo>
                  <a:pt x="1343201" y="1547512"/>
                </a:lnTo>
                <a:lnTo>
                  <a:pt x="1548525" y="1343200"/>
                </a:lnTo>
                <a:lnTo>
                  <a:pt x="1548525" y="1343200"/>
                </a:lnTo>
                <a:lnTo>
                  <a:pt x="1552571" y="1337131"/>
                </a:lnTo>
                <a:lnTo>
                  <a:pt x="1556617" y="1331063"/>
                </a:lnTo>
                <a:lnTo>
                  <a:pt x="1558640" y="1323983"/>
                </a:lnTo>
                <a:lnTo>
                  <a:pt x="1559651" y="1315891"/>
                </a:lnTo>
                <a:lnTo>
                  <a:pt x="1558640" y="1308811"/>
                </a:lnTo>
                <a:lnTo>
                  <a:pt x="1556617" y="1301731"/>
                </a:lnTo>
                <a:lnTo>
                  <a:pt x="1552571" y="1295662"/>
                </a:lnTo>
                <a:lnTo>
                  <a:pt x="1548525" y="1289593"/>
                </a:lnTo>
                <a:lnTo>
                  <a:pt x="1461541" y="1202609"/>
                </a:lnTo>
                <a:lnTo>
                  <a:pt x="1461541" y="1202609"/>
                </a:lnTo>
                <a:lnTo>
                  <a:pt x="1457495" y="1198563"/>
                </a:lnTo>
                <a:lnTo>
                  <a:pt x="1454461" y="1192495"/>
                </a:lnTo>
                <a:lnTo>
                  <a:pt x="1452438" y="1187437"/>
                </a:lnTo>
                <a:lnTo>
                  <a:pt x="1450415" y="1181369"/>
                </a:lnTo>
                <a:lnTo>
                  <a:pt x="1450415" y="1175300"/>
                </a:lnTo>
                <a:lnTo>
                  <a:pt x="1450415" y="1170243"/>
                </a:lnTo>
                <a:lnTo>
                  <a:pt x="1451426" y="1164174"/>
                </a:lnTo>
                <a:lnTo>
                  <a:pt x="1454461" y="1158105"/>
                </a:lnTo>
                <a:lnTo>
                  <a:pt x="1454461" y="1158105"/>
                </a:lnTo>
                <a:lnTo>
                  <a:pt x="1466598" y="1133831"/>
                </a:lnTo>
                <a:lnTo>
                  <a:pt x="1476712" y="1108545"/>
                </a:lnTo>
                <a:lnTo>
                  <a:pt x="1486827" y="1082247"/>
                </a:lnTo>
                <a:lnTo>
                  <a:pt x="1495930" y="1055949"/>
                </a:lnTo>
                <a:lnTo>
                  <a:pt x="1495930" y="1055949"/>
                </a:lnTo>
                <a:lnTo>
                  <a:pt x="1498964" y="1050892"/>
                </a:lnTo>
                <a:lnTo>
                  <a:pt x="1501999" y="1045835"/>
                </a:lnTo>
                <a:lnTo>
                  <a:pt x="1506044" y="1040778"/>
                </a:lnTo>
                <a:lnTo>
                  <a:pt x="1510090" y="1036732"/>
                </a:lnTo>
                <a:lnTo>
                  <a:pt x="1515147" y="1033698"/>
                </a:lnTo>
                <a:lnTo>
                  <a:pt x="1520205" y="1031675"/>
                </a:lnTo>
                <a:lnTo>
                  <a:pt x="1526273" y="1029652"/>
                </a:lnTo>
                <a:lnTo>
                  <a:pt x="1532342" y="1029652"/>
                </a:lnTo>
                <a:lnTo>
                  <a:pt x="1655739" y="1029652"/>
                </a:lnTo>
                <a:lnTo>
                  <a:pt x="1655739" y="1029652"/>
                </a:lnTo>
                <a:lnTo>
                  <a:pt x="1663830" y="1028640"/>
                </a:lnTo>
                <a:lnTo>
                  <a:pt x="1670910" y="1026617"/>
                </a:lnTo>
                <a:lnTo>
                  <a:pt x="1676979" y="1022572"/>
                </a:lnTo>
                <a:lnTo>
                  <a:pt x="1683048" y="1018526"/>
                </a:lnTo>
                <a:lnTo>
                  <a:pt x="1687093" y="1012457"/>
                </a:lnTo>
                <a:lnTo>
                  <a:pt x="1691139" y="1006389"/>
                </a:lnTo>
                <a:lnTo>
                  <a:pt x="1693162" y="999308"/>
                </a:lnTo>
                <a:lnTo>
                  <a:pt x="1694174" y="991217"/>
                </a:lnTo>
                <a:lnTo>
                  <a:pt x="1694174" y="701943"/>
                </a:lnTo>
                <a:lnTo>
                  <a:pt x="1694174" y="701943"/>
                </a:lnTo>
                <a:lnTo>
                  <a:pt x="1693162" y="693852"/>
                </a:lnTo>
                <a:lnTo>
                  <a:pt x="1691139" y="686772"/>
                </a:lnTo>
                <a:lnTo>
                  <a:pt x="1687093" y="680703"/>
                </a:lnTo>
                <a:lnTo>
                  <a:pt x="1683048" y="674634"/>
                </a:lnTo>
                <a:lnTo>
                  <a:pt x="1676979" y="670589"/>
                </a:lnTo>
                <a:lnTo>
                  <a:pt x="1670910" y="666543"/>
                </a:lnTo>
                <a:lnTo>
                  <a:pt x="1663830" y="664520"/>
                </a:lnTo>
                <a:lnTo>
                  <a:pt x="1655739" y="663508"/>
                </a:lnTo>
                <a:lnTo>
                  <a:pt x="1655739" y="663508"/>
                </a:lnTo>
                <a:close/>
                <a:moveTo>
                  <a:pt x="846581" y="1267342"/>
                </a:moveTo>
                <a:lnTo>
                  <a:pt x="846581" y="1267342"/>
                </a:lnTo>
                <a:lnTo>
                  <a:pt x="825341" y="1266330"/>
                </a:lnTo>
                <a:lnTo>
                  <a:pt x="804100" y="1265319"/>
                </a:lnTo>
                <a:lnTo>
                  <a:pt x="782860" y="1262284"/>
                </a:lnTo>
                <a:lnTo>
                  <a:pt x="761619" y="1258239"/>
                </a:lnTo>
                <a:lnTo>
                  <a:pt x="741390" y="1254193"/>
                </a:lnTo>
                <a:lnTo>
                  <a:pt x="722173" y="1248124"/>
                </a:lnTo>
                <a:lnTo>
                  <a:pt x="701944" y="1242055"/>
                </a:lnTo>
                <a:lnTo>
                  <a:pt x="682727" y="1233964"/>
                </a:lnTo>
                <a:lnTo>
                  <a:pt x="664520" y="1225872"/>
                </a:lnTo>
                <a:lnTo>
                  <a:pt x="646314" y="1216769"/>
                </a:lnTo>
                <a:lnTo>
                  <a:pt x="629120" y="1206655"/>
                </a:lnTo>
                <a:lnTo>
                  <a:pt x="611925" y="1195529"/>
                </a:lnTo>
                <a:lnTo>
                  <a:pt x="595742" y="1183392"/>
                </a:lnTo>
                <a:lnTo>
                  <a:pt x="579559" y="1171254"/>
                </a:lnTo>
                <a:lnTo>
                  <a:pt x="564387" y="1158105"/>
                </a:lnTo>
                <a:lnTo>
                  <a:pt x="549216" y="1143945"/>
                </a:lnTo>
                <a:lnTo>
                  <a:pt x="536067" y="1129785"/>
                </a:lnTo>
                <a:lnTo>
                  <a:pt x="521906" y="1114613"/>
                </a:lnTo>
                <a:lnTo>
                  <a:pt x="509769" y="1098430"/>
                </a:lnTo>
                <a:lnTo>
                  <a:pt x="498643" y="1082247"/>
                </a:lnTo>
                <a:lnTo>
                  <a:pt x="487517" y="1065052"/>
                </a:lnTo>
                <a:lnTo>
                  <a:pt x="477403" y="1046846"/>
                </a:lnTo>
                <a:lnTo>
                  <a:pt x="468300" y="1028640"/>
                </a:lnTo>
                <a:lnTo>
                  <a:pt x="459197" y="1010434"/>
                </a:lnTo>
                <a:lnTo>
                  <a:pt x="452117" y="991217"/>
                </a:lnTo>
                <a:lnTo>
                  <a:pt x="445036" y="971999"/>
                </a:lnTo>
                <a:lnTo>
                  <a:pt x="439979" y="951770"/>
                </a:lnTo>
                <a:lnTo>
                  <a:pt x="434922" y="931542"/>
                </a:lnTo>
                <a:lnTo>
                  <a:pt x="430876" y="910301"/>
                </a:lnTo>
                <a:lnTo>
                  <a:pt x="428853" y="890072"/>
                </a:lnTo>
                <a:lnTo>
                  <a:pt x="426830" y="867820"/>
                </a:lnTo>
                <a:lnTo>
                  <a:pt x="426830" y="846580"/>
                </a:lnTo>
                <a:lnTo>
                  <a:pt x="426830" y="846580"/>
                </a:lnTo>
                <a:lnTo>
                  <a:pt x="426830" y="825340"/>
                </a:lnTo>
                <a:lnTo>
                  <a:pt x="428853" y="804099"/>
                </a:lnTo>
                <a:lnTo>
                  <a:pt x="430876" y="782859"/>
                </a:lnTo>
                <a:lnTo>
                  <a:pt x="434922" y="761619"/>
                </a:lnTo>
                <a:lnTo>
                  <a:pt x="439979" y="741390"/>
                </a:lnTo>
                <a:lnTo>
                  <a:pt x="445036" y="721161"/>
                </a:lnTo>
                <a:lnTo>
                  <a:pt x="452117" y="701943"/>
                </a:lnTo>
                <a:lnTo>
                  <a:pt x="459197" y="682726"/>
                </a:lnTo>
                <a:lnTo>
                  <a:pt x="468300" y="664520"/>
                </a:lnTo>
                <a:lnTo>
                  <a:pt x="477403" y="646314"/>
                </a:lnTo>
                <a:lnTo>
                  <a:pt x="487517" y="629119"/>
                </a:lnTo>
                <a:lnTo>
                  <a:pt x="498643" y="611925"/>
                </a:lnTo>
                <a:lnTo>
                  <a:pt x="509769" y="594730"/>
                </a:lnTo>
                <a:lnTo>
                  <a:pt x="521906" y="579558"/>
                </a:lnTo>
                <a:lnTo>
                  <a:pt x="536067" y="564387"/>
                </a:lnTo>
                <a:lnTo>
                  <a:pt x="549216" y="549215"/>
                </a:lnTo>
                <a:lnTo>
                  <a:pt x="564387" y="535055"/>
                </a:lnTo>
                <a:lnTo>
                  <a:pt x="579559" y="521906"/>
                </a:lnTo>
                <a:lnTo>
                  <a:pt x="595742" y="509769"/>
                </a:lnTo>
                <a:lnTo>
                  <a:pt x="611925" y="497631"/>
                </a:lnTo>
                <a:lnTo>
                  <a:pt x="629120" y="487517"/>
                </a:lnTo>
                <a:lnTo>
                  <a:pt x="646314" y="477402"/>
                </a:lnTo>
                <a:lnTo>
                  <a:pt x="664520" y="467288"/>
                </a:lnTo>
                <a:lnTo>
                  <a:pt x="682727" y="459196"/>
                </a:lnTo>
                <a:lnTo>
                  <a:pt x="701944" y="452116"/>
                </a:lnTo>
                <a:lnTo>
                  <a:pt x="722173" y="445036"/>
                </a:lnTo>
                <a:lnTo>
                  <a:pt x="741390" y="438967"/>
                </a:lnTo>
                <a:lnTo>
                  <a:pt x="761619" y="434922"/>
                </a:lnTo>
                <a:lnTo>
                  <a:pt x="782860" y="430876"/>
                </a:lnTo>
                <a:lnTo>
                  <a:pt x="804100" y="428853"/>
                </a:lnTo>
                <a:lnTo>
                  <a:pt x="825341" y="426830"/>
                </a:lnTo>
                <a:lnTo>
                  <a:pt x="846581" y="425819"/>
                </a:lnTo>
                <a:lnTo>
                  <a:pt x="846581" y="425819"/>
                </a:lnTo>
                <a:lnTo>
                  <a:pt x="868833" y="426830"/>
                </a:lnTo>
                <a:lnTo>
                  <a:pt x="890073" y="428853"/>
                </a:lnTo>
                <a:lnTo>
                  <a:pt x="911314" y="430876"/>
                </a:lnTo>
                <a:lnTo>
                  <a:pt x="931542" y="434922"/>
                </a:lnTo>
                <a:lnTo>
                  <a:pt x="951771" y="438967"/>
                </a:lnTo>
                <a:lnTo>
                  <a:pt x="972000" y="445036"/>
                </a:lnTo>
                <a:lnTo>
                  <a:pt x="991218" y="452116"/>
                </a:lnTo>
                <a:lnTo>
                  <a:pt x="1010435" y="459196"/>
                </a:lnTo>
                <a:lnTo>
                  <a:pt x="1028641" y="467288"/>
                </a:lnTo>
                <a:lnTo>
                  <a:pt x="1046847" y="477402"/>
                </a:lnTo>
                <a:lnTo>
                  <a:pt x="1065054" y="487517"/>
                </a:lnTo>
                <a:lnTo>
                  <a:pt x="1082248" y="497631"/>
                </a:lnTo>
                <a:lnTo>
                  <a:pt x="1098431" y="509769"/>
                </a:lnTo>
                <a:lnTo>
                  <a:pt x="1114614" y="521906"/>
                </a:lnTo>
                <a:lnTo>
                  <a:pt x="1129786" y="535055"/>
                </a:lnTo>
                <a:lnTo>
                  <a:pt x="1143946" y="549215"/>
                </a:lnTo>
                <a:lnTo>
                  <a:pt x="1158107" y="564387"/>
                </a:lnTo>
                <a:lnTo>
                  <a:pt x="1171255" y="579558"/>
                </a:lnTo>
                <a:lnTo>
                  <a:pt x="1183393" y="594730"/>
                </a:lnTo>
                <a:lnTo>
                  <a:pt x="1195530" y="611925"/>
                </a:lnTo>
                <a:lnTo>
                  <a:pt x="1206656" y="629119"/>
                </a:lnTo>
                <a:lnTo>
                  <a:pt x="1216771" y="646314"/>
                </a:lnTo>
                <a:lnTo>
                  <a:pt x="1225874" y="664520"/>
                </a:lnTo>
                <a:lnTo>
                  <a:pt x="1233965" y="682726"/>
                </a:lnTo>
                <a:lnTo>
                  <a:pt x="1242057" y="701943"/>
                </a:lnTo>
                <a:lnTo>
                  <a:pt x="1248125" y="721161"/>
                </a:lnTo>
                <a:lnTo>
                  <a:pt x="1254194" y="741390"/>
                </a:lnTo>
                <a:lnTo>
                  <a:pt x="1258240" y="761619"/>
                </a:lnTo>
                <a:lnTo>
                  <a:pt x="1262286" y="782859"/>
                </a:lnTo>
                <a:lnTo>
                  <a:pt x="1265320" y="804099"/>
                </a:lnTo>
                <a:lnTo>
                  <a:pt x="1266331" y="825340"/>
                </a:lnTo>
                <a:lnTo>
                  <a:pt x="1267343" y="846580"/>
                </a:lnTo>
                <a:lnTo>
                  <a:pt x="1267343" y="846580"/>
                </a:lnTo>
                <a:lnTo>
                  <a:pt x="1266331" y="867820"/>
                </a:lnTo>
                <a:lnTo>
                  <a:pt x="1265320" y="890072"/>
                </a:lnTo>
                <a:lnTo>
                  <a:pt x="1262286" y="910301"/>
                </a:lnTo>
                <a:lnTo>
                  <a:pt x="1258240" y="931542"/>
                </a:lnTo>
                <a:lnTo>
                  <a:pt x="1254194" y="951770"/>
                </a:lnTo>
                <a:lnTo>
                  <a:pt x="1248125" y="971999"/>
                </a:lnTo>
                <a:lnTo>
                  <a:pt x="1242057" y="991217"/>
                </a:lnTo>
                <a:lnTo>
                  <a:pt x="1233965" y="1010434"/>
                </a:lnTo>
                <a:lnTo>
                  <a:pt x="1225874" y="1028640"/>
                </a:lnTo>
                <a:lnTo>
                  <a:pt x="1216771" y="1046846"/>
                </a:lnTo>
                <a:lnTo>
                  <a:pt x="1206656" y="1065052"/>
                </a:lnTo>
                <a:lnTo>
                  <a:pt x="1195530" y="1082247"/>
                </a:lnTo>
                <a:lnTo>
                  <a:pt x="1183393" y="1098430"/>
                </a:lnTo>
                <a:lnTo>
                  <a:pt x="1171255" y="1114613"/>
                </a:lnTo>
                <a:lnTo>
                  <a:pt x="1158107" y="1129785"/>
                </a:lnTo>
                <a:lnTo>
                  <a:pt x="1143946" y="1143945"/>
                </a:lnTo>
                <a:lnTo>
                  <a:pt x="1129786" y="1158105"/>
                </a:lnTo>
                <a:lnTo>
                  <a:pt x="1114614" y="1171254"/>
                </a:lnTo>
                <a:lnTo>
                  <a:pt x="1098431" y="1183392"/>
                </a:lnTo>
                <a:lnTo>
                  <a:pt x="1082248" y="1195529"/>
                </a:lnTo>
                <a:lnTo>
                  <a:pt x="1065054" y="1206655"/>
                </a:lnTo>
                <a:lnTo>
                  <a:pt x="1046847" y="1216769"/>
                </a:lnTo>
                <a:lnTo>
                  <a:pt x="1028641" y="1225872"/>
                </a:lnTo>
                <a:lnTo>
                  <a:pt x="1010435" y="1233964"/>
                </a:lnTo>
                <a:lnTo>
                  <a:pt x="991218" y="1242055"/>
                </a:lnTo>
                <a:lnTo>
                  <a:pt x="972000" y="1248124"/>
                </a:lnTo>
                <a:lnTo>
                  <a:pt x="951771" y="1254193"/>
                </a:lnTo>
                <a:lnTo>
                  <a:pt x="931542" y="1258239"/>
                </a:lnTo>
                <a:lnTo>
                  <a:pt x="911314" y="1262284"/>
                </a:lnTo>
                <a:lnTo>
                  <a:pt x="890073" y="1265319"/>
                </a:lnTo>
                <a:lnTo>
                  <a:pt x="868833" y="1266330"/>
                </a:lnTo>
                <a:lnTo>
                  <a:pt x="846581" y="1267342"/>
                </a:lnTo>
                <a:lnTo>
                  <a:pt x="846581" y="1267342"/>
                </a:lnTo>
                <a:close/>
              </a:path>
            </a:pathLst>
          </a:custGeom>
          <a:solidFill>
            <a:srgbClr val="E4D3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"/>
          <p:cNvSpPr txBox="1"/>
          <p:nvPr/>
        </p:nvSpPr>
        <p:spPr>
          <a:xfrm>
            <a:off x="2284950" y="1366868"/>
            <a:ext cx="10702800" cy="13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183515" rtl="0" algn="l">
              <a:lnSpc>
                <a:spcPct val="100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8800">
                <a:solidFill>
                  <a:srgbClr val="174D9D"/>
                </a:solidFill>
                <a:latin typeface="Poppins"/>
                <a:ea typeface="Poppins"/>
                <a:cs typeface="Poppins"/>
                <a:sym typeface="Poppins"/>
              </a:rPr>
              <a:t>Заключение</a:t>
            </a:r>
            <a:endParaRPr b="1" sz="8800">
              <a:solidFill>
                <a:srgbClr val="174D9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4" name="Google Shape;174;p9"/>
          <p:cNvSpPr txBox="1"/>
          <p:nvPr/>
        </p:nvSpPr>
        <p:spPr>
          <a:xfrm>
            <a:off x="1977794" y="2733269"/>
            <a:ext cx="14332412" cy="625812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5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На основании проведённого тестирования, критерий завершения тестирования (отсутствие критических багов, все тест-кейсы выполнены, все дефекты задокументированы)</a:t>
            </a:r>
            <a:r>
              <a:rPr b="1" lang="ru-RU" sz="5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достигнут</a:t>
            </a:r>
            <a:r>
              <a:rPr b="0" lang="ru-RU" sz="5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Отсутствуют критические дефекты, блокирующие работу сайта. </a:t>
            </a:r>
            <a:r>
              <a:rPr b="1" lang="ru-RU" sz="5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Необходимо устранить указанные дефекты</a:t>
            </a:r>
            <a:r>
              <a:rPr b="0" lang="ru-RU" sz="5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 и провести повторное тестирование.</a:t>
            </a:r>
            <a:endParaRPr b="0" sz="5000">
              <a:solidFill>
                <a:srgbClr val="7F7F7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-5468644" y="6646844"/>
            <a:ext cx="7010030" cy="7010030"/>
          </a:xfrm>
          <a:prstGeom prst="ellipse">
            <a:avLst/>
          </a:prstGeom>
          <a:solidFill>
            <a:srgbClr val="1450A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15690677" y="1616656"/>
            <a:ext cx="1673225" cy="1673225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15376788" y="572468"/>
            <a:ext cx="933418" cy="933418"/>
          </a:xfrm>
          <a:prstGeom prst="ellipse">
            <a:avLst/>
          </a:prstGeom>
          <a:solidFill>
            <a:srgbClr val="E4D3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"/>
          <p:cNvSpPr txBox="1"/>
          <p:nvPr/>
        </p:nvSpPr>
        <p:spPr>
          <a:xfrm>
            <a:off x="5234562" y="2450827"/>
            <a:ext cx="8266395" cy="3551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183515" rtl="0" algn="l">
              <a:lnSpc>
                <a:spcPct val="100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1500">
                <a:solidFill>
                  <a:srgbClr val="174D9D"/>
                </a:solidFill>
                <a:latin typeface="Poppins"/>
                <a:ea typeface="Poppins"/>
                <a:cs typeface="Poppins"/>
                <a:sym typeface="Poppins"/>
              </a:rPr>
              <a:t>Спасибо за внимание!</a:t>
            </a:r>
            <a:endParaRPr b="1" sz="11500">
              <a:solidFill>
                <a:srgbClr val="174D9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13500957" y="7901690"/>
            <a:ext cx="7010030" cy="7010030"/>
          </a:xfrm>
          <a:prstGeom prst="ellipse">
            <a:avLst/>
          </a:prstGeom>
          <a:solidFill>
            <a:srgbClr val="1450A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-2568531" y="1330105"/>
            <a:ext cx="5236780" cy="5265567"/>
          </a:xfrm>
          <a:custGeom>
            <a:rect b="b" l="l" r="r" t="t"/>
            <a:pathLst>
              <a:path extrusionOk="0" h="1694172" w="1694174">
                <a:moveTo>
                  <a:pt x="1655739" y="663508"/>
                </a:moveTo>
                <a:lnTo>
                  <a:pt x="1532342" y="663508"/>
                </a:lnTo>
                <a:lnTo>
                  <a:pt x="1532342" y="663508"/>
                </a:lnTo>
                <a:lnTo>
                  <a:pt x="1526273" y="663508"/>
                </a:lnTo>
                <a:lnTo>
                  <a:pt x="1520205" y="661485"/>
                </a:lnTo>
                <a:lnTo>
                  <a:pt x="1515147" y="659463"/>
                </a:lnTo>
                <a:lnTo>
                  <a:pt x="1510090" y="656428"/>
                </a:lnTo>
                <a:lnTo>
                  <a:pt x="1506044" y="652382"/>
                </a:lnTo>
                <a:lnTo>
                  <a:pt x="1501999" y="648337"/>
                </a:lnTo>
                <a:lnTo>
                  <a:pt x="1498964" y="643279"/>
                </a:lnTo>
                <a:lnTo>
                  <a:pt x="1495930" y="637211"/>
                </a:lnTo>
                <a:lnTo>
                  <a:pt x="1495930" y="637211"/>
                </a:lnTo>
                <a:lnTo>
                  <a:pt x="1486827" y="610913"/>
                </a:lnTo>
                <a:lnTo>
                  <a:pt x="1476712" y="584616"/>
                </a:lnTo>
                <a:lnTo>
                  <a:pt x="1466598" y="560341"/>
                </a:lnTo>
                <a:lnTo>
                  <a:pt x="1454461" y="535055"/>
                </a:lnTo>
                <a:lnTo>
                  <a:pt x="1454461" y="535055"/>
                </a:lnTo>
                <a:lnTo>
                  <a:pt x="1451426" y="528986"/>
                </a:lnTo>
                <a:lnTo>
                  <a:pt x="1450415" y="523929"/>
                </a:lnTo>
                <a:lnTo>
                  <a:pt x="1450415" y="517860"/>
                </a:lnTo>
                <a:lnTo>
                  <a:pt x="1450415" y="511791"/>
                </a:lnTo>
                <a:lnTo>
                  <a:pt x="1452438" y="505723"/>
                </a:lnTo>
                <a:lnTo>
                  <a:pt x="1454461" y="500666"/>
                </a:lnTo>
                <a:lnTo>
                  <a:pt x="1457495" y="495608"/>
                </a:lnTo>
                <a:lnTo>
                  <a:pt x="1461541" y="490551"/>
                </a:lnTo>
                <a:lnTo>
                  <a:pt x="1548525" y="403567"/>
                </a:lnTo>
                <a:lnTo>
                  <a:pt x="1548525" y="403567"/>
                </a:lnTo>
                <a:lnTo>
                  <a:pt x="1552571" y="397498"/>
                </a:lnTo>
                <a:lnTo>
                  <a:pt x="1556617" y="391429"/>
                </a:lnTo>
                <a:lnTo>
                  <a:pt x="1558640" y="384349"/>
                </a:lnTo>
                <a:lnTo>
                  <a:pt x="1559651" y="377269"/>
                </a:lnTo>
                <a:lnTo>
                  <a:pt x="1558640" y="370189"/>
                </a:lnTo>
                <a:lnTo>
                  <a:pt x="1556617" y="363109"/>
                </a:lnTo>
                <a:lnTo>
                  <a:pt x="1552571" y="356029"/>
                </a:lnTo>
                <a:lnTo>
                  <a:pt x="1548525" y="349960"/>
                </a:lnTo>
                <a:lnTo>
                  <a:pt x="1343201" y="145648"/>
                </a:lnTo>
                <a:lnTo>
                  <a:pt x="1343201" y="145648"/>
                </a:lnTo>
                <a:lnTo>
                  <a:pt x="1337133" y="140591"/>
                </a:lnTo>
                <a:lnTo>
                  <a:pt x="1331064" y="136545"/>
                </a:lnTo>
                <a:lnTo>
                  <a:pt x="1323984" y="134522"/>
                </a:lnTo>
                <a:lnTo>
                  <a:pt x="1316904" y="134522"/>
                </a:lnTo>
                <a:lnTo>
                  <a:pt x="1308812" y="134522"/>
                </a:lnTo>
                <a:lnTo>
                  <a:pt x="1301732" y="136545"/>
                </a:lnTo>
                <a:lnTo>
                  <a:pt x="1295663" y="140591"/>
                </a:lnTo>
                <a:lnTo>
                  <a:pt x="1289595" y="145648"/>
                </a:lnTo>
                <a:lnTo>
                  <a:pt x="1202610" y="231621"/>
                </a:lnTo>
                <a:lnTo>
                  <a:pt x="1202610" y="231621"/>
                </a:lnTo>
                <a:lnTo>
                  <a:pt x="1198565" y="235667"/>
                </a:lnTo>
                <a:lnTo>
                  <a:pt x="1193507" y="239713"/>
                </a:lnTo>
                <a:lnTo>
                  <a:pt x="1187439" y="241735"/>
                </a:lnTo>
                <a:lnTo>
                  <a:pt x="1181370" y="242747"/>
                </a:lnTo>
                <a:lnTo>
                  <a:pt x="1176313" y="243758"/>
                </a:lnTo>
                <a:lnTo>
                  <a:pt x="1170244" y="242747"/>
                </a:lnTo>
                <a:lnTo>
                  <a:pt x="1164175" y="241735"/>
                </a:lnTo>
                <a:lnTo>
                  <a:pt x="1158107" y="239713"/>
                </a:lnTo>
                <a:lnTo>
                  <a:pt x="1158107" y="239713"/>
                </a:lnTo>
                <a:lnTo>
                  <a:pt x="1133832" y="227575"/>
                </a:lnTo>
                <a:lnTo>
                  <a:pt x="1108546" y="216449"/>
                </a:lnTo>
                <a:lnTo>
                  <a:pt x="1082248" y="206335"/>
                </a:lnTo>
                <a:lnTo>
                  <a:pt x="1055950" y="197232"/>
                </a:lnTo>
                <a:lnTo>
                  <a:pt x="1055950" y="197232"/>
                </a:lnTo>
                <a:lnTo>
                  <a:pt x="1050893" y="195209"/>
                </a:lnTo>
                <a:lnTo>
                  <a:pt x="1045836" y="192175"/>
                </a:lnTo>
                <a:lnTo>
                  <a:pt x="1040779" y="188129"/>
                </a:lnTo>
                <a:lnTo>
                  <a:pt x="1036733" y="183072"/>
                </a:lnTo>
                <a:lnTo>
                  <a:pt x="1033699" y="179026"/>
                </a:lnTo>
                <a:lnTo>
                  <a:pt x="1031676" y="172957"/>
                </a:lnTo>
                <a:lnTo>
                  <a:pt x="1029653" y="166888"/>
                </a:lnTo>
                <a:lnTo>
                  <a:pt x="1029653" y="160820"/>
                </a:lnTo>
                <a:lnTo>
                  <a:pt x="1029653" y="37423"/>
                </a:lnTo>
                <a:lnTo>
                  <a:pt x="1029653" y="37423"/>
                </a:lnTo>
                <a:lnTo>
                  <a:pt x="1028641" y="30343"/>
                </a:lnTo>
                <a:lnTo>
                  <a:pt x="1026619" y="23263"/>
                </a:lnTo>
                <a:lnTo>
                  <a:pt x="1023584" y="16183"/>
                </a:lnTo>
                <a:lnTo>
                  <a:pt x="1018527" y="11126"/>
                </a:lnTo>
                <a:lnTo>
                  <a:pt x="1012458" y="6069"/>
                </a:lnTo>
                <a:lnTo>
                  <a:pt x="1006390" y="3034"/>
                </a:lnTo>
                <a:lnTo>
                  <a:pt x="999309" y="0"/>
                </a:lnTo>
                <a:lnTo>
                  <a:pt x="991218" y="0"/>
                </a:lnTo>
                <a:lnTo>
                  <a:pt x="701944" y="0"/>
                </a:lnTo>
                <a:lnTo>
                  <a:pt x="701944" y="0"/>
                </a:lnTo>
                <a:lnTo>
                  <a:pt x="694864" y="0"/>
                </a:lnTo>
                <a:lnTo>
                  <a:pt x="686772" y="3034"/>
                </a:lnTo>
                <a:lnTo>
                  <a:pt x="680704" y="6069"/>
                </a:lnTo>
                <a:lnTo>
                  <a:pt x="675646" y="11126"/>
                </a:lnTo>
                <a:lnTo>
                  <a:pt x="670589" y="16183"/>
                </a:lnTo>
                <a:lnTo>
                  <a:pt x="666543" y="23263"/>
                </a:lnTo>
                <a:lnTo>
                  <a:pt x="664520" y="30343"/>
                </a:lnTo>
                <a:lnTo>
                  <a:pt x="663509" y="37423"/>
                </a:lnTo>
                <a:lnTo>
                  <a:pt x="663509" y="160820"/>
                </a:lnTo>
                <a:lnTo>
                  <a:pt x="663509" y="160820"/>
                </a:lnTo>
                <a:lnTo>
                  <a:pt x="663509" y="166888"/>
                </a:lnTo>
                <a:lnTo>
                  <a:pt x="662498" y="172957"/>
                </a:lnTo>
                <a:lnTo>
                  <a:pt x="659463" y="179026"/>
                </a:lnTo>
                <a:lnTo>
                  <a:pt x="656429" y="183072"/>
                </a:lnTo>
                <a:lnTo>
                  <a:pt x="652383" y="188129"/>
                </a:lnTo>
                <a:lnTo>
                  <a:pt x="648337" y="192175"/>
                </a:lnTo>
                <a:lnTo>
                  <a:pt x="643280" y="195209"/>
                </a:lnTo>
                <a:lnTo>
                  <a:pt x="637211" y="197232"/>
                </a:lnTo>
                <a:lnTo>
                  <a:pt x="637211" y="197232"/>
                </a:lnTo>
                <a:lnTo>
                  <a:pt x="610914" y="206335"/>
                </a:lnTo>
                <a:lnTo>
                  <a:pt x="585628" y="216449"/>
                </a:lnTo>
                <a:lnTo>
                  <a:pt x="560341" y="227575"/>
                </a:lnTo>
                <a:lnTo>
                  <a:pt x="535055" y="239713"/>
                </a:lnTo>
                <a:lnTo>
                  <a:pt x="535055" y="239713"/>
                </a:lnTo>
                <a:lnTo>
                  <a:pt x="529998" y="241735"/>
                </a:lnTo>
                <a:lnTo>
                  <a:pt x="523929" y="242747"/>
                </a:lnTo>
                <a:lnTo>
                  <a:pt x="517861" y="243758"/>
                </a:lnTo>
                <a:lnTo>
                  <a:pt x="511792" y="242747"/>
                </a:lnTo>
                <a:lnTo>
                  <a:pt x="505723" y="241735"/>
                </a:lnTo>
                <a:lnTo>
                  <a:pt x="500666" y="239713"/>
                </a:lnTo>
                <a:lnTo>
                  <a:pt x="495609" y="235667"/>
                </a:lnTo>
                <a:lnTo>
                  <a:pt x="490552" y="231621"/>
                </a:lnTo>
                <a:lnTo>
                  <a:pt x="403567" y="145648"/>
                </a:lnTo>
                <a:lnTo>
                  <a:pt x="403567" y="145648"/>
                </a:lnTo>
                <a:lnTo>
                  <a:pt x="398510" y="140591"/>
                </a:lnTo>
                <a:lnTo>
                  <a:pt x="391430" y="136545"/>
                </a:lnTo>
                <a:lnTo>
                  <a:pt x="384350" y="134522"/>
                </a:lnTo>
                <a:lnTo>
                  <a:pt x="377269" y="134522"/>
                </a:lnTo>
                <a:lnTo>
                  <a:pt x="370189" y="134522"/>
                </a:lnTo>
                <a:lnTo>
                  <a:pt x="363109" y="136545"/>
                </a:lnTo>
                <a:lnTo>
                  <a:pt x="356029" y="140591"/>
                </a:lnTo>
                <a:lnTo>
                  <a:pt x="349960" y="145648"/>
                </a:lnTo>
                <a:lnTo>
                  <a:pt x="145648" y="349960"/>
                </a:lnTo>
                <a:lnTo>
                  <a:pt x="145648" y="349960"/>
                </a:lnTo>
                <a:lnTo>
                  <a:pt x="140591" y="356029"/>
                </a:lnTo>
                <a:lnTo>
                  <a:pt x="137557" y="363109"/>
                </a:lnTo>
                <a:lnTo>
                  <a:pt x="135534" y="370189"/>
                </a:lnTo>
                <a:lnTo>
                  <a:pt x="134522" y="377269"/>
                </a:lnTo>
                <a:lnTo>
                  <a:pt x="135534" y="384349"/>
                </a:lnTo>
                <a:lnTo>
                  <a:pt x="137557" y="391429"/>
                </a:lnTo>
                <a:lnTo>
                  <a:pt x="140591" y="397498"/>
                </a:lnTo>
                <a:lnTo>
                  <a:pt x="145648" y="403567"/>
                </a:lnTo>
                <a:lnTo>
                  <a:pt x="232633" y="490551"/>
                </a:lnTo>
                <a:lnTo>
                  <a:pt x="232633" y="490551"/>
                </a:lnTo>
                <a:lnTo>
                  <a:pt x="235667" y="495608"/>
                </a:lnTo>
                <a:lnTo>
                  <a:pt x="239713" y="500666"/>
                </a:lnTo>
                <a:lnTo>
                  <a:pt x="241736" y="505723"/>
                </a:lnTo>
                <a:lnTo>
                  <a:pt x="242747" y="511791"/>
                </a:lnTo>
                <a:lnTo>
                  <a:pt x="243758" y="517860"/>
                </a:lnTo>
                <a:lnTo>
                  <a:pt x="243758" y="523929"/>
                </a:lnTo>
                <a:lnTo>
                  <a:pt x="241736" y="528986"/>
                </a:lnTo>
                <a:lnTo>
                  <a:pt x="239713" y="535055"/>
                </a:lnTo>
                <a:lnTo>
                  <a:pt x="239713" y="535055"/>
                </a:lnTo>
                <a:lnTo>
                  <a:pt x="227575" y="560341"/>
                </a:lnTo>
                <a:lnTo>
                  <a:pt x="216449" y="584616"/>
                </a:lnTo>
                <a:lnTo>
                  <a:pt x="206335" y="610913"/>
                </a:lnTo>
                <a:lnTo>
                  <a:pt x="197232" y="637211"/>
                </a:lnTo>
                <a:lnTo>
                  <a:pt x="197232" y="637211"/>
                </a:lnTo>
                <a:lnTo>
                  <a:pt x="195209" y="643279"/>
                </a:lnTo>
                <a:lnTo>
                  <a:pt x="192175" y="648337"/>
                </a:lnTo>
                <a:lnTo>
                  <a:pt x="188129" y="652382"/>
                </a:lnTo>
                <a:lnTo>
                  <a:pt x="184083" y="656428"/>
                </a:lnTo>
                <a:lnTo>
                  <a:pt x="179026" y="659463"/>
                </a:lnTo>
                <a:lnTo>
                  <a:pt x="172957" y="661485"/>
                </a:lnTo>
                <a:lnTo>
                  <a:pt x="167900" y="663508"/>
                </a:lnTo>
                <a:lnTo>
                  <a:pt x="161831" y="663508"/>
                </a:lnTo>
                <a:lnTo>
                  <a:pt x="37423" y="663508"/>
                </a:lnTo>
                <a:lnTo>
                  <a:pt x="37423" y="663508"/>
                </a:lnTo>
                <a:lnTo>
                  <a:pt x="30343" y="664520"/>
                </a:lnTo>
                <a:lnTo>
                  <a:pt x="23263" y="666543"/>
                </a:lnTo>
                <a:lnTo>
                  <a:pt x="16183" y="670589"/>
                </a:lnTo>
                <a:lnTo>
                  <a:pt x="11126" y="674634"/>
                </a:lnTo>
                <a:lnTo>
                  <a:pt x="6068" y="680703"/>
                </a:lnTo>
                <a:lnTo>
                  <a:pt x="3034" y="686772"/>
                </a:lnTo>
                <a:lnTo>
                  <a:pt x="1011" y="693852"/>
                </a:lnTo>
                <a:lnTo>
                  <a:pt x="0" y="701943"/>
                </a:lnTo>
                <a:lnTo>
                  <a:pt x="0" y="991217"/>
                </a:lnTo>
                <a:lnTo>
                  <a:pt x="0" y="991217"/>
                </a:lnTo>
                <a:lnTo>
                  <a:pt x="1011" y="999308"/>
                </a:lnTo>
                <a:lnTo>
                  <a:pt x="3034" y="1006389"/>
                </a:lnTo>
                <a:lnTo>
                  <a:pt x="6068" y="1012457"/>
                </a:lnTo>
                <a:lnTo>
                  <a:pt x="11126" y="1018526"/>
                </a:lnTo>
                <a:lnTo>
                  <a:pt x="16183" y="1022572"/>
                </a:lnTo>
                <a:lnTo>
                  <a:pt x="23263" y="1026617"/>
                </a:lnTo>
                <a:lnTo>
                  <a:pt x="30343" y="1028640"/>
                </a:lnTo>
                <a:lnTo>
                  <a:pt x="37423" y="1029652"/>
                </a:lnTo>
                <a:lnTo>
                  <a:pt x="161831" y="1029652"/>
                </a:lnTo>
                <a:lnTo>
                  <a:pt x="161831" y="1029652"/>
                </a:lnTo>
                <a:lnTo>
                  <a:pt x="167900" y="1029652"/>
                </a:lnTo>
                <a:lnTo>
                  <a:pt x="172957" y="1031675"/>
                </a:lnTo>
                <a:lnTo>
                  <a:pt x="179026" y="1033698"/>
                </a:lnTo>
                <a:lnTo>
                  <a:pt x="184083" y="1036732"/>
                </a:lnTo>
                <a:lnTo>
                  <a:pt x="188129" y="1040778"/>
                </a:lnTo>
                <a:lnTo>
                  <a:pt x="192175" y="1045835"/>
                </a:lnTo>
                <a:lnTo>
                  <a:pt x="195209" y="1050892"/>
                </a:lnTo>
                <a:lnTo>
                  <a:pt x="197232" y="1055949"/>
                </a:lnTo>
                <a:lnTo>
                  <a:pt x="197232" y="1055949"/>
                </a:lnTo>
                <a:lnTo>
                  <a:pt x="206335" y="1082247"/>
                </a:lnTo>
                <a:lnTo>
                  <a:pt x="216449" y="1108545"/>
                </a:lnTo>
                <a:lnTo>
                  <a:pt x="227575" y="1133831"/>
                </a:lnTo>
                <a:lnTo>
                  <a:pt x="239713" y="1158105"/>
                </a:lnTo>
                <a:lnTo>
                  <a:pt x="239713" y="1158105"/>
                </a:lnTo>
                <a:lnTo>
                  <a:pt x="241736" y="1164174"/>
                </a:lnTo>
                <a:lnTo>
                  <a:pt x="243758" y="1170243"/>
                </a:lnTo>
                <a:lnTo>
                  <a:pt x="243758" y="1175300"/>
                </a:lnTo>
                <a:lnTo>
                  <a:pt x="242747" y="1181369"/>
                </a:lnTo>
                <a:lnTo>
                  <a:pt x="241736" y="1187437"/>
                </a:lnTo>
                <a:lnTo>
                  <a:pt x="239713" y="1192495"/>
                </a:lnTo>
                <a:lnTo>
                  <a:pt x="235667" y="1198563"/>
                </a:lnTo>
                <a:lnTo>
                  <a:pt x="232633" y="1202609"/>
                </a:lnTo>
                <a:lnTo>
                  <a:pt x="145648" y="1289593"/>
                </a:lnTo>
                <a:lnTo>
                  <a:pt x="145648" y="1289593"/>
                </a:lnTo>
                <a:lnTo>
                  <a:pt x="140591" y="1295662"/>
                </a:lnTo>
                <a:lnTo>
                  <a:pt x="137557" y="1301731"/>
                </a:lnTo>
                <a:lnTo>
                  <a:pt x="135534" y="1308811"/>
                </a:lnTo>
                <a:lnTo>
                  <a:pt x="134522" y="1315891"/>
                </a:lnTo>
                <a:lnTo>
                  <a:pt x="135534" y="1323983"/>
                </a:lnTo>
                <a:lnTo>
                  <a:pt x="137557" y="1331063"/>
                </a:lnTo>
                <a:lnTo>
                  <a:pt x="140591" y="1337131"/>
                </a:lnTo>
                <a:lnTo>
                  <a:pt x="145648" y="1343200"/>
                </a:lnTo>
                <a:lnTo>
                  <a:pt x="349960" y="1547512"/>
                </a:lnTo>
                <a:lnTo>
                  <a:pt x="349960" y="1547512"/>
                </a:lnTo>
                <a:lnTo>
                  <a:pt x="356029" y="1552569"/>
                </a:lnTo>
                <a:lnTo>
                  <a:pt x="363109" y="1556615"/>
                </a:lnTo>
                <a:lnTo>
                  <a:pt x="370189" y="1558638"/>
                </a:lnTo>
                <a:lnTo>
                  <a:pt x="377269" y="1558638"/>
                </a:lnTo>
                <a:lnTo>
                  <a:pt x="384350" y="1558638"/>
                </a:lnTo>
                <a:lnTo>
                  <a:pt x="391430" y="1556615"/>
                </a:lnTo>
                <a:lnTo>
                  <a:pt x="398510" y="1552569"/>
                </a:lnTo>
                <a:lnTo>
                  <a:pt x="403567" y="1547512"/>
                </a:lnTo>
                <a:lnTo>
                  <a:pt x="490552" y="1461539"/>
                </a:lnTo>
                <a:lnTo>
                  <a:pt x="490552" y="1461539"/>
                </a:lnTo>
                <a:lnTo>
                  <a:pt x="495609" y="1457493"/>
                </a:lnTo>
                <a:lnTo>
                  <a:pt x="500666" y="1454459"/>
                </a:lnTo>
                <a:lnTo>
                  <a:pt x="505723" y="1451425"/>
                </a:lnTo>
                <a:lnTo>
                  <a:pt x="511792" y="1450413"/>
                </a:lnTo>
                <a:lnTo>
                  <a:pt x="517861" y="1449402"/>
                </a:lnTo>
                <a:lnTo>
                  <a:pt x="523929" y="1450413"/>
                </a:lnTo>
                <a:lnTo>
                  <a:pt x="529998" y="1451425"/>
                </a:lnTo>
                <a:lnTo>
                  <a:pt x="535055" y="1453448"/>
                </a:lnTo>
                <a:lnTo>
                  <a:pt x="535055" y="1453448"/>
                </a:lnTo>
                <a:lnTo>
                  <a:pt x="560341" y="1465585"/>
                </a:lnTo>
                <a:lnTo>
                  <a:pt x="585628" y="1476711"/>
                </a:lnTo>
                <a:lnTo>
                  <a:pt x="610914" y="1486825"/>
                </a:lnTo>
                <a:lnTo>
                  <a:pt x="637211" y="1495928"/>
                </a:lnTo>
                <a:lnTo>
                  <a:pt x="637211" y="1495928"/>
                </a:lnTo>
                <a:lnTo>
                  <a:pt x="643280" y="1498963"/>
                </a:lnTo>
                <a:lnTo>
                  <a:pt x="648337" y="1501997"/>
                </a:lnTo>
                <a:lnTo>
                  <a:pt x="652383" y="1505031"/>
                </a:lnTo>
                <a:lnTo>
                  <a:pt x="656429" y="1510089"/>
                </a:lnTo>
                <a:lnTo>
                  <a:pt x="659463" y="1515146"/>
                </a:lnTo>
                <a:lnTo>
                  <a:pt x="662498" y="1520203"/>
                </a:lnTo>
                <a:lnTo>
                  <a:pt x="663509" y="1526272"/>
                </a:lnTo>
                <a:lnTo>
                  <a:pt x="663509" y="1532340"/>
                </a:lnTo>
                <a:lnTo>
                  <a:pt x="663509" y="1655737"/>
                </a:lnTo>
                <a:lnTo>
                  <a:pt x="663509" y="1655737"/>
                </a:lnTo>
                <a:lnTo>
                  <a:pt x="664520" y="1662817"/>
                </a:lnTo>
                <a:lnTo>
                  <a:pt x="666543" y="1670909"/>
                </a:lnTo>
                <a:lnTo>
                  <a:pt x="670589" y="1676977"/>
                </a:lnTo>
                <a:lnTo>
                  <a:pt x="675646" y="1683046"/>
                </a:lnTo>
                <a:lnTo>
                  <a:pt x="680704" y="1687092"/>
                </a:lnTo>
                <a:lnTo>
                  <a:pt x="686772" y="1691137"/>
                </a:lnTo>
                <a:lnTo>
                  <a:pt x="694864" y="1693160"/>
                </a:lnTo>
                <a:lnTo>
                  <a:pt x="701944" y="1694172"/>
                </a:lnTo>
                <a:lnTo>
                  <a:pt x="991218" y="1694172"/>
                </a:lnTo>
                <a:lnTo>
                  <a:pt x="991218" y="1694172"/>
                </a:lnTo>
                <a:lnTo>
                  <a:pt x="999309" y="1693160"/>
                </a:lnTo>
                <a:lnTo>
                  <a:pt x="1006390" y="1691137"/>
                </a:lnTo>
                <a:lnTo>
                  <a:pt x="1012458" y="1687092"/>
                </a:lnTo>
                <a:lnTo>
                  <a:pt x="1018527" y="1683046"/>
                </a:lnTo>
                <a:lnTo>
                  <a:pt x="1023584" y="1676977"/>
                </a:lnTo>
                <a:lnTo>
                  <a:pt x="1026619" y="1670909"/>
                </a:lnTo>
                <a:lnTo>
                  <a:pt x="1028641" y="1662817"/>
                </a:lnTo>
                <a:lnTo>
                  <a:pt x="1029653" y="1655737"/>
                </a:lnTo>
                <a:lnTo>
                  <a:pt x="1029653" y="1532340"/>
                </a:lnTo>
                <a:lnTo>
                  <a:pt x="1029653" y="1532340"/>
                </a:lnTo>
                <a:lnTo>
                  <a:pt x="1029653" y="1526272"/>
                </a:lnTo>
                <a:lnTo>
                  <a:pt x="1031676" y="1520203"/>
                </a:lnTo>
                <a:lnTo>
                  <a:pt x="1033699" y="1515146"/>
                </a:lnTo>
                <a:lnTo>
                  <a:pt x="1036733" y="1510089"/>
                </a:lnTo>
                <a:lnTo>
                  <a:pt x="1040779" y="1505031"/>
                </a:lnTo>
                <a:lnTo>
                  <a:pt x="1045836" y="1501997"/>
                </a:lnTo>
                <a:lnTo>
                  <a:pt x="1050893" y="1498963"/>
                </a:lnTo>
                <a:lnTo>
                  <a:pt x="1055950" y="1495928"/>
                </a:lnTo>
                <a:lnTo>
                  <a:pt x="1055950" y="1495928"/>
                </a:lnTo>
                <a:lnTo>
                  <a:pt x="1082248" y="1486825"/>
                </a:lnTo>
                <a:lnTo>
                  <a:pt x="1108546" y="1476711"/>
                </a:lnTo>
                <a:lnTo>
                  <a:pt x="1133832" y="1465585"/>
                </a:lnTo>
                <a:lnTo>
                  <a:pt x="1158107" y="1453448"/>
                </a:lnTo>
                <a:lnTo>
                  <a:pt x="1158107" y="1453448"/>
                </a:lnTo>
                <a:lnTo>
                  <a:pt x="1164175" y="1451425"/>
                </a:lnTo>
                <a:lnTo>
                  <a:pt x="1170244" y="1450413"/>
                </a:lnTo>
                <a:lnTo>
                  <a:pt x="1176313" y="1449402"/>
                </a:lnTo>
                <a:lnTo>
                  <a:pt x="1181370" y="1450413"/>
                </a:lnTo>
                <a:lnTo>
                  <a:pt x="1187439" y="1451425"/>
                </a:lnTo>
                <a:lnTo>
                  <a:pt x="1193507" y="1454459"/>
                </a:lnTo>
                <a:lnTo>
                  <a:pt x="1198565" y="1457493"/>
                </a:lnTo>
                <a:lnTo>
                  <a:pt x="1202610" y="1461539"/>
                </a:lnTo>
                <a:lnTo>
                  <a:pt x="1289595" y="1547512"/>
                </a:lnTo>
                <a:lnTo>
                  <a:pt x="1289595" y="1547512"/>
                </a:lnTo>
                <a:lnTo>
                  <a:pt x="1295663" y="1552569"/>
                </a:lnTo>
                <a:lnTo>
                  <a:pt x="1301732" y="1556615"/>
                </a:lnTo>
                <a:lnTo>
                  <a:pt x="1308812" y="1558638"/>
                </a:lnTo>
                <a:lnTo>
                  <a:pt x="1316904" y="1558638"/>
                </a:lnTo>
                <a:lnTo>
                  <a:pt x="1323984" y="1558638"/>
                </a:lnTo>
                <a:lnTo>
                  <a:pt x="1331064" y="1556615"/>
                </a:lnTo>
                <a:lnTo>
                  <a:pt x="1337133" y="1552569"/>
                </a:lnTo>
                <a:lnTo>
                  <a:pt x="1343201" y="1547512"/>
                </a:lnTo>
                <a:lnTo>
                  <a:pt x="1548525" y="1343200"/>
                </a:lnTo>
                <a:lnTo>
                  <a:pt x="1548525" y="1343200"/>
                </a:lnTo>
                <a:lnTo>
                  <a:pt x="1552571" y="1337131"/>
                </a:lnTo>
                <a:lnTo>
                  <a:pt x="1556617" y="1331063"/>
                </a:lnTo>
                <a:lnTo>
                  <a:pt x="1558640" y="1323983"/>
                </a:lnTo>
                <a:lnTo>
                  <a:pt x="1559651" y="1315891"/>
                </a:lnTo>
                <a:lnTo>
                  <a:pt x="1558640" y="1308811"/>
                </a:lnTo>
                <a:lnTo>
                  <a:pt x="1556617" y="1301731"/>
                </a:lnTo>
                <a:lnTo>
                  <a:pt x="1552571" y="1295662"/>
                </a:lnTo>
                <a:lnTo>
                  <a:pt x="1548525" y="1289593"/>
                </a:lnTo>
                <a:lnTo>
                  <a:pt x="1461541" y="1202609"/>
                </a:lnTo>
                <a:lnTo>
                  <a:pt x="1461541" y="1202609"/>
                </a:lnTo>
                <a:lnTo>
                  <a:pt x="1457495" y="1198563"/>
                </a:lnTo>
                <a:lnTo>
                  <a:pt x="1454461" y="1192495"/>
                </a:lnTo>
                <a:lnTo>
                  <a:pt x="1452438" y="1187437"/>
                </a:lnTo>
                <a:lnTo>
                  <a:pt x="1450415" y="1181369"/>
                </a:lnTo>
                <a:lnTo>
                  <a:pt x="1450415" y="1175300"/>
                </a:lnTo>
                <a:lnTo>
                  <a:pt x="1450415" y="1170243"/>
                </a:lnTo>
                <a:lnTo>
                  <a:pt x="1451426" y="1164174"/>
                </a:lnTo>
                <a:lnTo>
                  <a:pt x="1454461" y="1158105"/>
                </a:lnTo>
                <a:lnTo>
                  <a:pt x="1454461" y="1158105"/>
                </a:lnTo>
                <a:lnTo>
                  <a:pt x="1466598" y="1133831"/>
                </a:lnTo>
                <a:lnTo>
                  <a:pt x="1476712" y="1108545"/>
                </a:lnTo>
                <a:lnTo>
                  <a:pt x="1486827" y="1082247"/>
                </a:lnTo>
                <a:lnTo>
                  <a:pt x="1495930" y="1055949"/>
                </a:lnTo>
                <a:lnTo>
                  <a:pt x="1495930" y="1055949"/>
                </a:lnTo>
                <a:lnTo>
                  <a:pt x="1498964" y="1050892"/>
                </a:lnTo>
                <a:lnTo>
                  <a:pt x="1501999" y="1045835"/>
                </a:lnTo>
                <a:lnTo>
                  <a:pt x="1506044" y="1040778"/>
                </a:lnTo>
                <a:lnTo>
                  <a:pt x="1510090" y="1036732"/>
                </a:lnTo>
                <a:lnTo>
                  <a:pt x="1515147" y="1033698"/>
                </a:lnTo>
                <a:lnTo>
                  <a:pt x="1520205" y="1031675"/>
                </a:lnTo>
                <a:lnTo>
                  <a:pt x="1526273" y="1029652"/>
                </a:lnTo>
                <a:lnTo>
                  <a:pt x="1532342" y="1029652"/>
                </a:lnTo>
                <a:lnTo>
                  <a:pt x="1655739" y="1029652"/>
                </a:lnTo>
                <a:lnTo>
                  <a:pt x="1655739" y="1029652"/>
                </a:lnTo>
                <a:lnTo>
                  <a:pt x="1663830" y="1028640"/>
                </a:lnTo>
                <a:lnTo>
                  <a:pt x="1670910" y="1026617"/>
                </a:lnTo>
                <a:lnTo>
                  <a:pt x="1676979" y="1022572"/>
                </a:lnTo>
                <a:lnTo>
                  <a:pt x="1683048" y="1018526"/>
                </a:lnTo>
                <a:lnTo>
                  <a:pt x="1687093" y="1012457"/>
                </a:lnTo>
                <a:lnTo>
                  <a:pt x="1691139" y="1006389"/>
                </a:lnTo>
                <a:lnTo>
                  <a:pt x="1693162" y="999308"/>
                </a:lnTo>
                <a:lnTo>
                  <a:pt x="1694174" y="991217"/>
                </a:lnTo>
                <a:lnTo>
                  <a:pt x="1694174" y="701943"/>
                </a:lnTo>
                <a:lnTo>
                  <a:pt x="1694174" y="701943"/>
                </a:lnTo>
                <a:lnTo>
                  <a:pt x="1693162" y="693852"/>
                </a:lnTo>
                <a:lnTo>
                  <a:pt x="1691139" y="686772"/>
                </a:lnTo>
                <a:lnTo>
                  <a:pt x="1687093" y="680703"/>
                </a:lnTo>
                <a:lnTo>
                  <a:pt x="1683048" y="674634"/>
                </a:lnTo>
                <a:lnTo>
                  <a:pt x="1676979" y="670589"/>
                </a:lnTo>
                <a:lnTo>
                  <a:pt x="1670910" y="666543"/>
                </a:lnTo>
                <a:lnTo>
                  <a:pt x="1663830" y="664520"/>
                </a:lnTo>
                <a:lnTo>
                  <a:pt x="1655739" y="663508"/>
                </a:lnTo>
                <a:lnTo>
                  <a:pt x="1655739" y="663508"/>
                </a:lnTo>
                <a:close/>
                <a:moveTo>
                  <a:pt x="846581" y="1267342"/>
                </a:moveTo>
                <a:lnTo>
                  <a:pt x="846581" y="1267342"/>
                </a:lnTo>
                <a:lnTo>
                  <a:pt x="825341" y="1266330"/>
                </a:lnTo>
                <a:lnTo>
                  <a:pt x="804100" y="1265319"/>
                </a:lnTo>
                <a:lnTo>
                  <a:pt x="782860" y="1262284"/>
                </a:lnTo>
                <a:lnTo>
                  <a:pt x="761619" y="1258239"/>
                </a:lnTo>
                <a:lnTo>
                  <a:pt x="741390" y="1254193"/>
                </a:lnTo>
                <a:lnTo>
                  <a:pt x="722173" y="1248124"/>
                </a:lnTo>
                <a:lnTo>
                  <a:pt x="701944" y="1242055"/>
                </a:lnTo>
                <a:lnTo>
                  <a:pt x="682727" y="1233964"/>
                </a:lnTo>
                <a:lnTo>
                  <a:pt x="664520" y="1225872"/>
                </a:lnTo>
                <a:lnTo>
                  <a:pt x="646314" y="1216769"/>
                </a:lnTo>
                <a:lnTo>
                  <a:pt x="629120" y="1206655"/>
                </a:lnTo>
                <a:lnTo>
                  <a:pt x="611925" y="1195529"/>
                </a:lnTo>
                <a:lnTo>
                  <a:pt x="595742" y="1183392"/>
                </a:lnTo>
                <a:lnTo>
                  <a:pt x="579559" y="1171254"/>
                </a:lnTo>
                <a:lnTo>
                  <a:pt x="564387" y="1158105"/>
                </a:lnTo>
                <a:lnTo>
                  <a:pt x="549216" y="1143945"/>
                </a:lnTo>
                <a:lnTo>
                  <a:pt x="536067" y="1129785"/>
                </a:lnTo>
                <a:lnTo>
                  <a:pt x="521906" y="1114613"/>
                </a:lnTo>
                <a:lnTo>
                  <a:pt x="509769" y="1098430"/>
                </a:lnTo>
                <a:lnTo>
                  <a:pt x="498643" y="1082247"/>
                </a:lnTo>
                <a:lnTo>
                  <a:pt x="487517" y="1065052"/>
                </a:lnTo>
                <a:lnTo>
                  <a:pt x="477403" y="1046846"/>
                </a:lnTo>
                <a:lnTo>
                  <a:pt x="468300" y="1028640"/>
                </a:lnTo>
                <a:lnTo>
                  <a:pt x="459197" y="1010434"/>
                </a:lnTo>
                <a:lnTo>
                  <a:pt x="452117" y="991217"/>
                </a:lnTo>
                <a:lnTo>
                  <a:pt x="445036" y="971999"/>
                </a:lnTo>
                <a:lnTo>
                  <a:pt x="439979" y="951770"/>
                </a:lnTo>
                <a:lnTo>
                  <a:pt x="434922" y="931542"/>
                </a:lnTo>
                <a:lnTo>
                  <a:pt x="430876" y="910301"/>
                </a:lnTo>
                <a:lnTo>
                  <a:pt x="428853" y="890072"/>
                </a:lnTo>
                <a:lnTo>
                  <a:pt x="426830" y="867820"/>
                </a:lnTo>
                <a:lnTo>
                  <a:pt x="426830" y="846580"/>
                </a:lnTo>
                <a:lnTo>
                  <a:pt x="426830" y="846580"/>
                </a:lnTo>
                <a:lnTo>
                  <a:pt x="426830" y="825340"/>
                </a:lnTo>
                <a:lnTo>
                  <a:pt x="428853" y="804099"/>
                </a:lnTo>
                <a:lnTo>
                  <a:pt x="430876" y="782859"/>
                </a:lnTo>
                <a:lnTo>
                  <a:pt x="434922" y="761619"/>
                </a:lnTo>
                <a:lnTo>
                  <a:pt x="439979" y="741390"/>
                </a:lnTo>
                <a:lnTo>
                  <a:pt x="445036" y="721161"/>
                </a:lnTo>
                <a:lnTo>
                  <a:pt x="452117" y="701943"/>
                </a:lnTo>
                <a:lnTo>
                  <a:pt x="459197" y="682726"/>
                </a:lnTo>
                <a:lnTo>
                  <a:pt x="468300" y="664520"/>
                </a:lnTo>
                <a:lnTo>
                  <a:pt x="477403" y="646314"/>
                </a:lnTo>
                <a:lnTo>
                  <a:pt x="487517" y="629119"/>
                </a:lnTo>
                <a:lnTo>
                  <a:pt x="498643" y="611925"/>
                </a:lnTo>
                <a:lnTo>
                  <a:pt x="509769" y="594730"/>
                </a:lnTo>
                <a:lnTo>
                  <a:pt x="521906" y="579558"/>
                </a:lnTo>
                <a:lnTo>
                  <a:pt x="536067" y="564387"/>
                </a:lnTo>
                <a:lnTo>
                  <a:pt x="549216" y="549215"/>
                </a:lnTo>
                <a:lnTo>
                  <a:pt x="564387" y="535055"/>
                </a:lnTo>
                <a:lnTo>
                  <a:pt x="579559" y="521906"/>
                </a:lnTo>
                <a:lnTo>
                  <a:pt x="595742" y="509769"/>
                </a:lnTo>
                <a:lnTo>
                  <a:pt x="611925" y="497631"/>
                </a:lnTo>
                <a:lnTo>
                  <a:pt x="629120" y="487517"/>
                </a:lnTo>
                <a:lnTo>
                  <a:pt x="646314" y="477402"/>
                </a:lnTo>
                <a:lnTo>
                  <a:pt x="664520" y="467288"/>
                </a:lnTo>
                <a:lnTo>
                  <a:pt x="682727" y="459196"/>
                </a:lnTo>
                <a:lnTo>
                  <a:pt x="701944" y="452116"/>
                </a:lnTo>
                <a:lnTo>
                  <a:pt x="722173" y="445036"/>
                </a:lnTo>
                <a:lnTo>
                  <a:pt x="741390" y="438967"/>
                </a:lnTo>
                <a:lnTo>
                  <a:pt x="761619" y="434922"/>
                </a:lnTo>
                <a:lnTo>
                  <a:pt x="782860" y="430876"/>
                </a:lnTo>
                <a:lnTo>
                  <a:pt x="804100" y="428853"/>
                </a:lnTo>
                <a:lnTo>
                  <a:pt x="825341" y="426830"/>
                </a:lnTo>
                <a:lnTo>
                  <a:pt x="846581" y="425819"/>
                </a:lnTo>
                <a:lnTo>
                  <a:pt x="846581" y="425819"/>
                </a:lnTo>
                <a:lnTo>
                  <a:pt x="868833" y="426830"/>
                </a:lnTo>
                <a:lnTo>
                  <a:pt x="890073" y="428853"/>
                </a:lnTo>
                <a:lnTo>
                  <a:pt x="911314" y="430876"/>
                </a:lnTo>
                <a:lnTo>
                  <a:pt x="931542" y="434922"/>
                </a:lnTo>
                <a:lnTo>
                  <a:pt x="951771" y="438967"/>
                </a:lnTo>
                <a:lnTo>
                  <a:pt x="972000" y="445036"/>
                </a:lnTo>
                <a:lnTo>
                  <a:pt x="991218" y="452116"/>
                </a:lnTo>
                <a:lnTo>
                  <a:pt x="1010435" y="459196"/>
                </a:lnTo>
                <a:lnTo>
                  <a:pt x="1028641" y="467288"/>
                </a:lnTo>
                <a:lnTo>
                  <a:pt x="1046847" y="477402"/>
                </a:lnTo>
                <a:lnTo>
                  <a:pt x="1065054" y="487517"/>
                </a:lnTo>
                <a:lnTo>
                  <a:pt x="1082248" y="497631"/>
                </a:lnTo>
                <a:lnTo>
                  <a:pt x="1098431" y="509769"/>
                </a:lnTo>
                <a:lnTo>
                  <a:pt x="1114614" y="521906"/>
                </a:lnTo>
                <a:lnTo>
                  <a:pt x="1129786" y="535055"/>
                </a:lnTo>
                <a:lnTo>
                  <a:pt x="1143946" y="549215"/>
                </a:lnTo>
                <a:lnTo>
                  <a:pt x="1158107" y="564387"/>
                </a:lnTo>
                <a:lnTo>
                  <a:pt x="1171255" y="579558"/>
                </a:lnTo>
                <a:lnTo>
                  <a:pt x="1183393" y="594730"/>
                </a:lnTo>
                <a:lnTo>
                  <a:pt x="1195530" y="611925"/>
                </a:lnTo>
                <a:lnTo>
                  <a:pt x="1206656" y="629119"/>
                </a:lnTo>
                <a:lnTo>
                  <a:pt x="1216771" y="646314"/>
                </a:lnTo>
                <a:lnTo>
                  <a:pt x="1225874" y="664520"/>
                </a:lnTo>
                <a:lnTo>
                  <a:pt x="1233965" y="682726"/>
                </a:lnTo>
                <a:lnTo>
                  <a:pt x="1242057" y="701943"/>
                </a:lnTo>
                <a:lnTo>
                  <a:pt x="1248125" y="721161"/>
                </a:lnTo>
                <a:lnTo>
                  <a:pt x="1254194" y="741390"/>
                </a:lnTo>
                <a:lnTo>
                  <a:pt x="1258240" y="761619"/>
                </a:lnTo>
                <a:lnTo>
                  <a:pt x="1262286" y="782859"/>
                </a:lnTo>
                <a:lnTo>
                  <a:pt x="1265320" y="804099"/>
                </a:lnTo>
                <a:lnTo>
                  <a:pt x="1266331" y="825340"/>
                </a:lnTo>
                <a:lnTo>
                  <a:pt x="1267343" y="846580"/>
                </a:lnTo>
                <a:lnTo>
                  <a:pt x="1267343" y="846580"/>
                </a:lnTo>
                <a:lnTo>
                  <a:pt x="1266331" y="867820"/>
                </a:lnTo>
                <a:lnTo>
                  <a:pt x="1265320" y="890072"/>
                </a:lnTo>
                <a:lnTo>
                  <a:pt x="1262286" y="910301"/>
                </a:lnTo>
                <a:lnTo>
                  <a:pt x="1258240" y="931542"/>
                </a:lnTo>
                <a:lnTo>
                  <a:pt x="1254194" y="951770"/>
                </a:lnTo>
                <a:lnTo>
                  <a:pt x="1248125" y="971999"/>
                </a:lnTo>
                <a:lnTo>
                  <a:pt x="1242057" y="991217"/>
                </a:lnTo>
                <a:lnTo>
                  <a:pt x="1233965" y="1010434"/>
                </a:lnTo>
                <a:lnTo>
                  <a:pt x="1225874" y="1028640"/>
                </a:lnTo>
                <a:lnTo>
                  <a:pt x="1216771" y="1046846"/>
                </a:lnTo>
                <a:lnTo>
                  <a:pt x="1206656" y="1065052"/>
                </a:lnTo>
                <a:lnTo>
                  <a:pt x="1195530" y="1082247"/>
                </a:lnTo>
                <a:lnTo>
                  <a:pt x="1183393" y="1098430"/>
                </a:lnTo>
                <a:lnTo>
                  <a:pt x="1171255" y="1114613"/>
                </a:lnTo>
                <a:lnTo>
                  <a:pt x="1158107" y="1129785"/>
                </a:lnTo>
                <a:lnTo>
                  <a:pt x="1143946" y="1143945"/>
                </a:lnTo>
                <a:lnTo>
                  <a:pt x="1129786" y="1158105"/>
                </a:lnTo>
                <a:lnTo>
                  <a:pt x="1114614" y="1171254"/>
                </a:lnTo>
                <a:lnTo>
                  <a:pt x="1098431" y="1183392"/>
                </a:lnTo>
                <a:lnTo>
                  <a:pt x="1082248" y="1195529"/>
                </a:lnTo>
                <a:lnTo>
                  <a:pt x="1065054" y="1206655"/>
                </a:lnTo>
                <a:lnTo>
                  <a:pt x="1046847" y="1216769"/>
                </a:lnTo>
                <a:lnTo>
                  <a:pt x="1028641" y="1225872"/>
                </a:lnTo>
                <a:lnTo>
                  <a:pt x="1010435" y="1233964"/>
                </a:lnTo>
                <a:lnTo>
                  <a:pt x="991218" y="1242055"/>
                </a:lnTo>
                <a:lnTo>
                  <a:pt x="972000" y="1248124"/>
                </a:lnTo>
                <a:lnTo>
                  <a:pt x="951771" y="1254193"/>
                </a:lnTo>
                <a:lnTo>
                  <a:pt x="931542" y="1258239"/>
                </a:lnTo>
                <a:lnTo>
                  <a:pt x="911314" y="1262284"/>
                </a:lnTo>
                <a:lnTo>
                  <a:pt x="890073" y="1265319"/>
                </a:lnTo>
                <a:lnTo>
                  <a:pt x="868833" y="1266330"/>
                </a:lnTo>
                <a:lnTo>
                  <a:pt x="846581" y="1267342"/>
                </a:lnTo>
                <a:lnTo>
                  <a:pt x="846581" y="1267342"/>
                </a:lnTo>
                <a:close/>
              </a:path>
            </a:pathLst>
          </a:custGeom>
          <a:solidFill>
            <a:srgbClr val="E4D3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15240972" y="82381"/>
            <a:ext cx="2477402" cy="2370728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2023-11-14T07:10:14Z</dcterms:created>
  <dc:creator>ACER</dc:creator>
</cp:coreProperties>
</file>